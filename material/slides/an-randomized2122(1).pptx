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5" r:id="rId4"/>
    <p:sldMasterId id="2147483747" r:id="rId5"/>
  </p:sldMasterIdLst>
  <p:notesMasterIdLst>
    <p:notesMasterId r:id="rId24"/>
  </p:notesMasterIdLst>
  <p:handoutMasterIdLst>
    <p:handoutMasterId r:id="rId25"/>
  </p:handoutMasterIdLst>
  <p:sldIdLst>
    <p:sldId id="422" r:id="rId6"/>
    <p:sldId id="306" r:id="rId7"/>
    <p:sldId id="308" r:id="rId8"/>
    <p:sldId id="309" r:id="rId9"/>
    <p:sldId id="421" r:id="rId10"/>
    <p:sldId id="419" r:id="rId11"/>
    <p:sldId id="312" r:id="rId12"/>
    <p:sldId id="313" r:id="rId13"/>
    <p:sldId id="314" r:id="rId14"/>
    <p:sldId id="315" r:id="rId15"/>
    <p:sldId id="316" r:id="rId16"/>
    <p:sldId id="339" r:id="rId17"/>
    <p:sldId id="318" r:id="rId18"/>
    <p:sldId id="319" r:id="rId19"/>
    <p:sldId id="320" r:id="rId20"/>
    <p:sldId id="420" r:id="rId21"/>
    <p:sldId id="321" r:id="rId22"/>
    <p:sldId id="322" r:id="rId23"/>
  </p:sldIdLst>
  <p:sldSz cx="9144000" cy="6858000" type="screen4x3"/>
  <p:notesSz cx="9944100" cy="6805613"/>
  <p:custDataLst>
    <p:tags r:id="rId26"/>
  </p:custDataLst>
  <p:defaultTextStyle>
    <a:defPPr>
      <a:defRPr lang="nl-NL"/>
    </a:defPPr>
    <a:lvl1pPr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i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008AA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76" autoAdjust="0"/>
    <p:restoredTop sz="80567" autoAdjust="0"/>
  </p:normalViewPr>
  <p:slideViewPr>
    <p:cSldViewPr>
      <p:cViewPr varScale="1">
        <p:scale>
          <a:sx n="127" d="100"/>
          <a:sy n="127" d="100"/>
        </p:scale>
        <p:origin x="260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9573" cy="34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49" tIns="44175" rIns="88349" bIns="44175" numCol="1" anchor="t" anchorCtr="0" compatLnSpc="1">
            <a:prstTxWarp prst="textNoShape">
              <a:avLst/>
            </a:prstTxWarp>
          </a:bodyPr>
          <a:lstStyle>
            <a:lvl1pPr algn="l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2985" y="0"/>
            <a:ext cx="4309573" cy="34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49" tIns="44175" rIns="88349" bIns="44175" numCol="1" anchor="t" anchorCtr="0" compatLnSpc="1">
            <a:prstTxWarp prst="textNoShape">
              <a:avLst/>
            </a:prstTxWarp>
          </a:bodyPr>
          <a:lstStyle>
            <a:lvl1pPr algn="r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4724"/>
            <a:ext cx="4309573" cy="339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49" tIns="44175" rIns="88349" bIns="44175" numCol="1" anchor="b" anchorCtr="0" compatLnSpc="1">
            <a:prstTxWarp prst="textNoShape">
              <a:avLst/>
            </a:prstTxWarp>
          </a:bodyPr>
          <a:lstStyle>
            <a:lvl1pPr algn="l">
              <a:defRPr sz="1200" i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2985" y="6464724"/>
            <a:ext cx="4309573" cy="339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349" tIns="44175" rIns="88349" bIns="44175" numCol="1" anchor="b" anchorCtr="0" compatLnSpc="1">
            <a:prstTxWarp prst="textNoShape">
              <a:avLst/>
            </a:prstTxWarp>
          </a:bodyPr>
          <a:lstStyle>
            <a:lvl1pPr algn="r">
              <a:defRPr sz="1200" i="0"/>
            </a:lvl1pPr>
          </a:lstStyle>
          <a:p>
            <a:pPr>
              <a:defRPr/>
            </a:pPr>
            <a:fld id="{FB313D85-5B7B-41D1-88AC-198D928A6B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9573" cy="34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00" tIns="47850" rIns="95700" bIns="47850" numCol="1" anchor="t" anchorCtr="0" compatLnSpc="1">
            <a:prstTxWarp prst="textNoShape">
              <a:avLst/>
            </a:prstTxWarp>
          </a:bodyPr>
          <a:lstStyle>
            <a:lvl1pPr algn="l" defTabSz="957118">
              <a:defRPr sz="13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4528" y="0"/>
            <a:ext cx="4309573" cy="34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00" tIns="47850" rIns="95700" bIns="47850" numCol="1" anchor="t" anchorCtr="0" compatLnSpc="1">
            <a:prstTxWarp prst="textNoShape">
              <a:avLst/>
            </a:prstTxWarp>
          </a:bodyPr>
          <a:lstStyle>
            <a:lvl1pPr algn="r" defTabSz="957118">
              <a:defRPr sz="13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8663" y="509588"/>
            <a:ext cx="3405187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6497" y="3232362"/>
            <a:ext cx="7291106" cy="306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00" tIns="47850" rIns="95700" bIns="478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4724"/>
            <a:ext cx="4309573" cy="34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00" tIns="47850" rIns="95700" bIns="47850" numCol="1" anchor="b" anchorCtr="0" compatLnSpc="1">
            <a:prstTxWarp prst="textNoShape">
              <a:avLst/>
            </a:prstTxWarp>
          </a:bodyPr>
          <a:lstStyle>
            <a:lvl1pPr algn="l" defTabSz="957118">
              <a:defRPr sz="13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4528" y="6464724"/>
            <a:ext cx="4309573" cy="34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00" tIns="47850" rIns="95700" bIns="47850" numCol="1" anchor="b" anchorCtr="0" compatLnSpc="1">
            <a:prstTxWarp prst="textNoShape">
              <a:avLst/>
            </a:prstTxWarp>
          </a:bodyPr>
          <a:lstStyle>
            <a:lvl1pPr algn="r" defTabSz="957118">
              <a:defRPr sz="1300"/>
            </a:lvl1pPr>
          </a:lstStyle>
          <a:p>
            <a:pPr>
              <a:defRPr/>
            </a:pPr>
            <a:fld id="{2C71A3A9-FB13-4A3B-948D-88E2139ABA7B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946A6-6155-4C99-8E56-4E0EE45FF6C9}" type="datetime1">
              <a:rPr lang="nl-NL" smtClean="0"/>
              <a:t>20-3-2025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340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9C77F-1E22-4D12-A3D3-143CAAEAA04D}" type="datetime1">
              <a:rPr lang="nl-NL" smtClean="0"/>
              <a:t>20-3-2025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944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493BF-9149-4B9C-AE47-9C28B87B1B7B}" type="datetime1">
              <a:rPr lang="nl-NL" smtClean="0"/>
              <a:t>20-3-2025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8543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4F0A-3BAE-4DB0-963C-5EAD9F528575}" type="datetime1">
              <a:rPr lang="nl-NL" smtClean="0"/>
              <a:t>20-3-2025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1864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CFFC5-4EB8-4069-BF42-6300197C9268}" type="datetime1">
              <a:rPr lang="nl-NL" smtClean="0"/>
              <a:t>20-3-2025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807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6AA8C-BAAC-48A1-8783-FF560A8FE9F9}" type="datetime1">
              <a:rPr lang="nl-NL" smtClean="0"/>
              <a:t>20-3-2025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8838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B2B9-FC6B-447A-9187-6DD64AD6D3AB}" type="datetime1">
              <a:rPr lang="nl-NL" smtClean="0"/>
              <a:t>20-3-2025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424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2F7F3-C3C5-451E-8CC3-1C6838236EFA}" type="datetime1">
              <a:rPr lang="nl-NL" smtClean="0"/>
              <a:t>20-3-2025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981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2EB00-623B-4886-B7B3-1BE885A72BB8}" type="datetime1">
              <a:rPr lang="nl-NL" smtClean="0"/>
              <a:t>20-3-2025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9836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2ACAC-BB42-43C0-B012-7157EBEC15F4}" type="datetime1">
              <a:rPr lang="nl-NL" smtClean="0"/>
              <a:t>20-3-2025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92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CFC5D-6C59-47F5-977A-E24C004B163A}" type="datetime1">
              <a:rPr lang="nl-NL" smtClean="0"/>
              <a:t>20-3-2025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6846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620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FED3ACFC-F68F-4434-88C6-F3A02B344ED6}" type="slidenum">
              <a:rPr lang="en-US" sz="1200">
                <a:latin typeface="Verdana" pitchFamily="34" charset="0"/>
              </a:rPr>
              <a:pPr algn="r">
                <a:defRPr/>
              </a:pPr>
              <a:t>‹#›</a:t>
            </a:fld>
            <a:endParaRPr lang="en-US" sz="1400">
              <a:latin typeface="Verdana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752600" y="2057400"/>
            <a:ext cx="7010400" cy="1676400"/>
          </a:xfrm>
        </p:spPr>
        <p:txBody>
          <a:bodyPr/>
          <a:lstStyle>
            <a:lvl1pPr algn="r">
              <a:lnSpc>
                <a:spcPts val="4400"/>
              </a:lnSpc>
              <a:spcAft>
                <a:spcPts val="300"/>
              </a:spcAft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3962400"/>
            <a:ext cx="6400800" cy="1752600"/>
          </a:xfrm>
        </p:spPr>
        <p:txBody>
          <a:bodyPr/>
          <a:lstStyle>
            <a:lvl1pPr marL="0" indent="0" algn="r">
              <a:buFont typeface="Webdings" pitchFamily="18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1878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0994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2258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828800"/>
            <a:ext cx="36195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828800"/>
            <a:ext cx="36195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06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3515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2868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857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3075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96718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1671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5150" y="304800"/>
            <a:ext cx="18478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304800"/>
            <a:ext cx="53911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31168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16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0" y="1828800"/>
            <a:ext cx="36195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5918808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el en tekst bov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391400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GB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1371600" y="1828800"/>
            <a:ext cx="7391400" cy="19050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1371600" y="3886200"/>
            <a:ext cx="7391400" cy="1905000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>
          <a:xfrm>
            <a:off x="1524000" y="64770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7A9F236-EB23-4474-A119-65F906B6D659}" type="datetimeFigureOut">
              <a:rPr lang="nl-NL" smtClean="0"/>
              <a:pPr/>
              <a:t>20-3-2025</a:t>
            </a:fld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>
          <a:xfrm>
            <a:off x="3505200" y="6477000"/>
            <a:ext cx="28956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06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3CAF-8E18-4E82-B854-BBD8C372651E}" type="datetime1">
              <a:rPr lang="nl-NL" smtClean="0"/>
              <a:t>20-3-2025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F1F55-D83B-450D-A321-0FE1CED691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2664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44000" cy="68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fld id="{5FF67B07-126B-4D69-A42B-E9989D2C4318}" type="slidenum">
              <a:rPr lang="en-US" sz="1200">
                <a:latin typeface="Verdana" pitchFamily="34" charset="0"/>
              </a:rPr>
              <a:pPr algn="r">
                <a:defRPr/>
              </a:pPr>
              <a:t>‹#›</a:t>
            </a:fld>
            <a:endParaRPr lang="en-US" sz="1400">
              <a:latin typeface="Verdana" pitchFamily="34" charset="0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04800"/>
            <a:ext cx="7391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828800"/>
            <a:ext cx="7391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9173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ebdings" charset="2"/>
        <a:buChar char="g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ebdings" charset="2"/>
        <a:buChar char="g"/>
        <a:defRPr sz="1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0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E034-C4EB-4AE8-85ED-7DCB0BC1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Algorithms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F49F6-0544-4767-95E8-862D1D505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 use some probability in your algorithm</a:t>
            </a:r>
          </a:p>
          <a:p>
            <a:r>
              <a:rPr lang="nl-NL" dirty="0" err="1"/>
              <a:t>Surprisingly</a:t>
            </a:r>
            <a:r>
              <a:rPr lang="nl-NL" dirty="0"/>
              <a:t>,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help a lot!</a:t>
            </a:r>
          </a:p>
          <a:p>
            <a:r>
              <a:rPr lang="nl-NL" dirty="0" err="1"/>
              <a:t>We’ll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examples</a:t>
            </a:r>
            <a:r>
              <a:rPr lang="nl-NL" dirty="0"/>
              <a:t> </a:t>
            </a:r>
            <a:r>
              <a:rPr lang="nl-NL" dirty="0" err="1"/>
              <a:t>mostly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NP-complete </a:t>
            </a:r>
            <a:r>
              <a:rPr lang="nl-NL" dirty="0" err="1"/>
              <a:t>problems</a:t>
            </a:r>
            <a:endParaRPr lang="nl-NL" dirty="0"/>
          </a:p>
          <a:p>
            <a:pPr lvl="1"/>
            <a:r>
              <a:rPr lang="nl-NL" dirty="0"/>
              <a:t>But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helpful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problems</a:t>
            </a:r>
            <a:r>
              <a:rPr lang="nl-NL" dirty="0"/>
              <a:t> in 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27212-B5D0-4007-9B55-A9FDD2D1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4940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35280" cy="4853136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 err="1"/>
                  <a:t>Stirling’s</a:t>
                </a:r>
                <a:r>
                  <a:rPr lang="en-US" sz="2800" dirty="0"/>
                  <a:t> approximation</a:t>
                </a:r>
              </a:p>
              <a:p>
                <a:r>
                  <a:rPr lang="en-US" sz="2800" dirty="0"/>
                  <a:t>Color Coding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𝑂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US" sz="2600" b="0" i="1" smtClean="0">
                            <a:latin typeface="Cambria Math"/>
                          </a:rPr>
                          <m:t>(</m:t>
                        </m:r>
                        <m:r>
                          <a:rPr lang="en-US" sz="2600" b="0" i="1" smtClean="0">
                            <a:latin typeface="Cambria Math"/>
                          </a:rPr>
                          <m:t>𝑘</m:t>
                        </m:r>
                      </m:e>
                      <m:sup>
                        <m:r>
                          <a:rPr lang="en-US" sz="2600" b="0" i="1" smtClean="0">
                            <a:latin typeface="Cambria Math"/>
                          </a:rPr>
                          <m:t>𝑘</m:t>
                        </m:r>
                      </m:sup>
                    </m:sSup>
                    <m:r>
                      <a:rPr lang="en-US" sz="2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-path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𝑂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US" sz="2600" b="0" i="1" smtClean="0">
                            <a:latin typeface="Cambria Math"/>
                          </a:rPr>
                          <m:t>(</m:t>
                        </m:r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sz="2600" b="0" i="1" smtClean="0">
                                <a:latin typeface="Cambria Math"/>
                              </a:rPr>
                              <m:t>𝑒</m:t>
                            </m:r>
                          </m:e>
                        </m:d>
                      </m:e>
                      <m:sup>
                        <m:r>
                          <a:rPr lang="en-US" sz="2600" b="0" i="1" smtClean="0">
                            <a:latin typeface="Cambria Math"/>
                          </a:rPr>
                          <m:t>𝑘</m:t>
                        </m:r>
                      </m:sup>
                    </m:sSup>
                    <m:r>
                      <a:rPr lang="en-US" sz="2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-path</a:t>
                </a:r>
              </a:p>
              <a:p>
                <a:r>
                  <a:rPr lang="en-US" sz="2800" dirty="0" err="1"/>
                  <a:t>Schöning’s</a:t>
                </a:r>
                <a:r>
                  <a:rPr lang="en-US" sz="2800" dirty="0"/>
                  <a:t> Algorithm</a:t>
                </a:r>
              </a:p>
              <a:p>
                <a:r>
                  <a:rPr lang="en-US" sz="2800" dirty="0"/>
                  <a:t>Feedback Vertex Set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35280" cy="4853136"/>
              </a:xfrm>
              <a:blipFill rotWithShape="1">
                <a:blip r:embed="rId2"/>
                <a:stretch>
                  <a:fillRect l="-1228" t="-1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3606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Stirling’s</a:t>
            </a:r>
            <a:r>
              <a:rPr lang="en-US" dirty="0"/>
              <a:t>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07288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!≈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latin typeface="Cambria Math"/>
                          </a:rPr>
                          <m:t>𝜋</m:t>
                        </m:r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rad>
                    <m:r>
                      <a:rPr lang="en-US" b="0" i="1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More precise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  <m:r>
                          <a:rPr lang="en-US" b="0" i="1" smtClean="0">
                            <a:latin typeface="Cambria Math"/>
                          </a:rPr>
                          <m:t>𝜋</m:t>
                        </m:r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rad>
                    <m: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≤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!≤</m:t>
                    </m:r>
                    <m:r>
                      <a:rPr lang="en-US" b="0" i="1" smtClean="0">
                        <a:latin typeface="Cambria Math"/>
                      </a:rPr>
                      <m:t>𝑒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rad>
                    <m: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Really not important for us.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!≈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suffices, when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/>
                  <a:t> notation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07288" cy="452596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F1F55-D83B-450D-A321-0FE1CED69176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110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Derivation </a:t>
            </a:r>
            <a:r>
              <a:rPr lang="en-US" dirty="0" err="1"/>
              <a:t>Stirling’s</a:t>
            </a:r>
            <a:r>
              <a:rPr lang="en-US" dirty="0"/>
              <a:t> approximation</a:t>
            </a:r>
            <a:br>
              <a:rPr lang="en-US" dirty="0"/>
            </a:br>
            <a:r>
              <a:rPr lang="en-US" dirty="0"/>
              <a:t>(not examined)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sz="2600" b="0" i="1" smtClean="0">
                                <a:latin typeface="Cambria Math"/>
                              </a:rPr>
                              <m:t>!</m:t>
                            </m:r>
                          </m:e>
                        </m:d>
                      </m:e>
                    </m:func>
                    <m:r>
                      <a:rPr lang="en-US" sz="26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1⋅2⋅3⋯</m:t>
                            </m:r>
                            <m:r>
                              <a:rPr lang="en-US" sz="26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2600" b="0" i="1" smtClean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6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6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600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/>
                          </a:rPr>
                          <m:t>ln</m:t>
                        </m:r>
                        <m:r>
                          <a:rPr lang="en-US" sz="2600" b="0" i="1" smtClean="0">
                            <a:latin typeface="Cambria Math"/>
                          </a:rPr>
                          <m:t>⁡(</m:t>
                        </m:r>
                        <m:r>
                          <a:rPr lang="en-US" sz="26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600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2600" b="0" dirty="0"/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b="0" i="1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600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sz="2600" b="0" i="1" smtClean="0">
                            <a:latin typeface="Cambria Math"/>
                          </a:rPr>
                          <m:t>𝑑𝑥</m:t>
                        </m:r>
                        <m:r>
                          <a:rPr lang="en-US" sz="2600" b="0" i="1" smtClean="0">
                            <a:latin typeface="Cambria Math"/>
                          </a:rPr>
                          <m:t> </m:t>
                        </m:r>
                      </m:e>
                    </m:nary>
                    <m:r>
                      <a:rPr lang="en-US" sz="2600" b="0" i="1" smtClean="0">
                        <a:latin typeface="Cambria Math"/>
                      </a:rPr>
                      <m:t>≤ </m:t>
                    </m:r>
                    <m:nary>
                      <m:naryPr>
                        <m:chr m:val="∑"/>
                        <m:limLoc m:val="subSup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600" i="1">
                            <a:latin typeface="Cambria Math"/>
                          </a:rPr>
                          <m:t>𝑖</m:t>
                        </m:r>
                        <m:r>
                          <a:rPr lang="en-US" sz="26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600" i="1">
                            <a:latin typeface="Cambria Math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>
                                <a:latin typeface="Cambria Math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sz="2600" b="0" i="1" smtClean="0">
                        <a:latin typeface="Cambria Math"/>
                      </a:rPr>
                      <m:t>≤</m:t>
                    </m:r>
                    <m:nary>
                      <m:nary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600" i="1">
                            <a:latin typeface="Cambria Math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/>
                          </a:rPr>
                          <m:t>+1</m:t>
                        </m:r>
                      </m:sup>
                      <m:e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>
                                <a:latin typeface="Cambria Math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sz="2600" i="1">
                            <a:latin typeface="Cambria Math"/>
                          </a:rPr>
                          <m:t>𝑑𝑥</m:t>
                        </m:r>
                        <m:r>
                          <a:rPr lang="en-US" sz="2600" i="1">
                            <a:latin typeface="Cambria Math"/>
                          </a:rPr>
                          <m:t> </m:t>
                        </m:r>
                      </m:e>
                    </m:nary>
                  </m:oMath>
                </a14:m>
                <a:endParaRPr lang="en-US" sz="26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b="0" i="1" smtClean="0">
                            <a:latin typeface="Cambria Math"/>
                          </a:rPr>
                          <m:t>[</m:t>
                        </m:r>
                        <m:r>
                          <a:rPr lang="en-US" sz="2600" b="0" i="1" smtClean="0">
                            <a:latin typeface="Cambria Math"/>
                          </a:rPr>
                          <m:t>𝑥</m:t>
                        </m:r>
                        <m:func>
                          <m:func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sz="26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sz="2600" b="0" i="1" smtClean="0">
                                <a:latin typeface="Cambria Math"/>
                              </a:rPr>
                              <m:t>𝑥</m:t>
                            </m:r>
                          </m:e>
                        </m:func>
                        <m:r>
                          <a:rPr lang="en-US" sz="2600" b="0" i="1" smtClean="0">
                            <a:latin typeface="Cambria Math"/>
                          </a:rPr>
                          <m:t>]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600" b="0" i="1" smtClean="0">
                            <a:latin typeface="Cambria Math"/>
                          </a:rPr>
                          <m:t>𝑛</m:t>
                        </m:r>
                      </m:sup>
                    </m:sSubSup>
                    <m:r>
                      <a:rPr lang="en-US" sz="2600" b="0" i="1" smtClean="0">
                        <a:latin typeface="Cambria Math"/>
                      </a:rPr>
                      <m:t>≤</m:t>
                    </m:r>
                    <m:nary>
                      <m:naryPr>
                        <m:chr m:val="∑"/>
                        <m:limLoc m:val="subSup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600" i="1">
                            <a:latin typeface="Cambria Math"/>
                          </a:rPr>
                          <m:t>𝑖</m:t>
                        </m:r>
                        <m:r>
                          <a:rPr lang="en-US" sz="26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600" i="1">
                            <a:latin typeface="Cambria Math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>
                                <a:latin typeface="Cambria Math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sz="2600" b="0" i="1" smtClean="0">
                        <a:latin typeface="Cambria Math"/>
                      </a:rPr>
                      <m:t>≤</m:t>
                    </m:r>
                    <m:sSubSup>
                      <m:sSub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/>
                              </a:rPr>
                              <m:t>𝑥</m:t>
                            </m:r>
                            <m:func>
                              <m:func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600">
                                    <a:latin typeface="Cambria Math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6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60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func>
                          </m:e>
                        </m:d>
                      </m:e>
                      <m:sub>
                        <m:r>
                          <a:rPr lang="en-US" sz="2600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600" i="1">
                            <a:latin typeface="Cambria Math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/>
                          </a:rPr>
                          <m:t>+1</m:t>
                        </m:r>
                      </m:sup>
                    </m:sSubSup>
                  </m:oMath>
                </a14:m>
                <a:endParaRPr lang="en-US" sz="2600" dirty="0"/>
              </a:p>
              <a:p>
                <a14:m>
                  <m:oMath xmlns:m="http://schemas.openxmlformats.org/officeDocument/2006/math">
                    <m:r>
                      <a:rPr lang="en-US" sz="2600" b="0" i="1" dirty="0" smtClean="0">
                        <a:latin typeface="Cambria Math"/>
                      </a:rPr>
                      <m:t>𝑛</m:t>
                    </m:r>
                    <m:func>
                      <m:func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dirty="0" smtClean="0">
                            <a:latin typeface="Cambria Math"/>
                          </a:rPr>
                          <m:t>ln</m:t>
                        </m:r>
                      </m:fName>
                      <m:e>
                        <m:r>
                          <a:rPr lang="en-US" sz="2600" b="0" i="1" dirty="0" smtClean="0">
                            <a:latin typeface="Cambria Math"/>
                          </a:rPr>
                          <m:t>𝑛</m:t>
                        </m:r>
                      </m:e>
                    </m:func>
                    <m:r>
                      <a:rPr lang="en-US" sz="2600" b="0" i="1" dirty="0" smtClean="0">
                        <a:latin typeface="Cambria Math"/>
                      </a:rPr>
                      <m:t>−</m:t>
                    </m:r>
                    <m:r>
                      <a:rPr lang="en-US" sz="2600" b="0" i="1" dirty="0" smtClean="0">
                        <a:latin typeface="Cambria Math"/>
                      </a:rPr>
                      <m:t>𝑛</m:t>
                    </m:r>
                    <m:r>
                      <a:rPr lang="en-US" sz="2600" b="0" i="1" dirty="0" smtClean="0">
                        <a:latin typeface="Cambria Math"/>
                      </a:rPr>
                      <m:t>+1≤</m:t>
                    </m:r>
                    <m:nary>
                      <m:naryPr>
                        <m:chr m:val="∑"/>
                        <m:limLoc m:val="subSup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600" i="1">
                            <a:latin typeface="Cambria Math"/>
                          </a:rPr>
                          <m:t>𝑖</m:t>
                        </m:r>
                        <m:r>
                          <a:rPr lang="en-US" sz="26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600" i="1">
                            <a:latin typeface="Cambria Math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>
                                <a:latin typeface="Cambria Math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sz="2600" b="0" i="1" smtClean="0">
                        <a:latin typeface="Cambria Math"/>
                      </a:rPr>
                      <m:t>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/>
                          </a:rPr>
                          <m:t>+1</m:t>
                        </m:r>
                      </m:e>
                    </m:d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sz="2600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en-US" sz="2600" b="0" i="1" smtClean="0">
                        <a:latin typeface="Cambria Math"/>
                      </a:rPr>
                      <m:t>−</m:t>
                    </m:r>
                    <m:r>
                      <a:rPr lang="en-US" sz="2600" b="0" i="1" smtClean="0">
                        <a:latin typeface="Cambria Math"/>
                      </a:rPr>
                      <m:t>𝑛</m:t>
                    </m:r>
                  </m:oMath>
                </a14:m>
                <a:endParaRPr lang="en-US" sz="2600" dirty="0"/>
              </a:p>
              <a:p>
                <a:r>
                  <a:rPr lang="en-US" sz="2600" dirty="0"/>
                  <a:t>Taking exponentials: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/>
                          </a:rPr>
                          <m:t>𝑒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0" i="1" smtClean="0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200" b="0" i="1" smtClean="0">
                                    <a:latin typeface="Cambria Math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200" b="0" i="1" smtClean="0">
                        <a:latin typeface="Cambria Math"/>
                      </a:rPr>
                      <m:t>≤</m:t>
                    </m:r>
                    <m:r>
                      <a:rPr lang="en-US" sz="2200" b="0" i="1" smtClean="0">
                        <a:latin typeface="Cambria Math"/>
                      </a:rPr>
                      <m:t>𝑛</m:t>
                    </m:r>
                    <m:r>
                      <a:rPr lang="en-US" sz="2200" b="0" i="1" smtClean="0">
                        <a:latin typeface="Cambria Math"/>
                      </a:rPr>
                      <m:t>!</m:t>
                    </m:r>
                  </m:oMath>
                </a14:m>
                <a:endParaRPr lang="en-US" sz="2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𝑛</m:t>
                    </m:r>
                    <m:r>
                      <a:rPr lang="en-US" sz="2200" b="0" i="1" smtClean="0">
                        <a:latin typeface="Cambria Math"/>
                      </a:rPr>
                      <m:t>!≤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sz="2200" b="0" i="1" smtClean="0">
                                    <a:latin typeface="Cambria Math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n-US" sz="2200" b="0" i="1" smtClean="0">
                                    <a:latin typeface="Cambria Math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379" y="3903872"/>
            <a:ext cx="4175125" cy="29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03648" y="5353760"/>
                <a:ext cx="3375411" cy="14383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81818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≤</m:t>
                      </m:r>
                      <m:d>
                        <m:d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e>
                      </m:d>
                      <m:sSup>
                        <m:sSup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8181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81818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kumimoji="0" lang="en-US" sz="2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81818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2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81818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US" sz="2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81818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81818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sz="2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81818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2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81818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kumimoji="0" lang="en-US" sz="2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181818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≤</m:t>
                    </m:r>
                    <m:d>
                      <m:dPr>
                        <m:ctrlP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+1</m:t>
                        </m:r>
                      </m:e>
                    </m:d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𝑒</m:t>
                    </m:r>
                    <m:sSup>
                      <m:sSupPr>
                        <m:ctrlP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US" sz="2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2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kumimoji="0" lang="en-US" sz="2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48" y="5353760"/>
                <a:ext cx="3375411" cy="143834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ular Callout 6"/>
              <p:cNvSpPr/>
              <p:nvPr/>
            </p:nvSpPr>
            <p:spPr>
              <a:xfrm>
                <a:off x="107504" y="5373216"/>
                <a:ext cx="1368152" cy="936104"/>
              </a:xfrm>
              <a:prstGeom prst="wedgeRoundRectCallout">
                <a:avLst>
                  <a:gd name="adj1" fmla="val 146254"/>
                  <a:gd name="adj2" fmla="val 57651"/>
                  <a:gd name="adj3" fmla="val 16667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Using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1+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≤</m:t>
                    </m:r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𝑒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𝑥</m:t>
                        </m:r>
                      </m:sup>
                    </m:sSup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for all x</a:t>
                </a:r>
              </a:p>
            </p:txBody>
          </p:sp>
        </mc:Choice>
        <mc:Fallback xmlns="">
          <p:sp>
            <p:nvSpPr>
              <p:cNvPr id="7" name="Rounded Rectangular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5373216"/>
                <a:ext cx="1368152" cy="936104"/>
              </a:xfrm>
              <a:prstGeom prst="wedgeRoundRectCallout">
                <a:avLst>
                  <a:gd name="adj1" fmla="val 146254"/>
                  <a:gd name="adj2" fmla="val 57651"/>
                  <a:gd name="adj3" fmla="val 16667"/>
                </a:avLst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41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568952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One-sided constant error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All algorithms today</a:t>
                </a:r>
              </a:p>
              <a:p>
                <a:pPr lvl="1"/>
                <a:r>
                  <a:rPr lang="en-US" dirty="0"/>
                  <a:t>never return false positives (i.e. return true while answer should have been false)</a:t>
                </a:r>
              </a:p>
              <a:p>
                <a:pPr lvl="1"/>
                <a:r>
                  <a:rPr lang="en-US" dirty="0"/>
                  <a:t>may return false negatives (i.e. if given a true instance, they return false)</a:t>
                </a:r>
              </a:p>
              <a:p>
                <a:r>
                  <a:rPr lang="en-US" dirty="0"/>
                  <a:t>These algorithms are often called</a:t>
                </a:r>
                <a:br>
                  <a:rPr lang="en-US" dirty="0"/>
                </a:br>
                <a:r>
                  <a:rPr lang="en-US" dirty="0">
                    <a:solidFill>
                      <a:srgbClr val="C00000"/>
                    </a:solidFill>
                  </a:rPr>
                  <a:t> “Monte Carlo algorithms”</a:t>
                </a:r>
              </a:p>
              <a:p>
                <a:r>
                  <a:rPr lang="en-US" dirty="0"/>
                  <a:t>However, the latter will occur with only constant probability i.e.</a:t>
                </a:r>
              </a:p>
              <a:p>
                <a:pPr lvl="1"/>
                <a:r>
                  <a:rPr lang="en-US" dirty="0"/>
                  <a:t>If given a true instance, the algorithm returns true with probability at least a constant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/>
                      </a:rPr>
                      <m:t>0</m:t>
                    </m:r>
                    <m:r>
                      <a:rPr lang="en-US" i="1" dirty="0" smtClean="0">
                        <a:latin typeface="Cambria Math"/>
                      </a:rPr>
                      <m:t>&lt;</m:t>
                    </m:r>
                    <m:r>
                      <a:rPr lang="en-US" i="1" dirty="0" smtClean="0">
                        <a:latin typeface="Cambria Math"/>
                      </a:rPr>
                      <m:t>𝑐</m:t>
                    </m:r>
                    <m:r>
                      <a:rPr lang="en-US" i="1" dirty="0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dirty="0"/>
                  <a:t> can be boosted to any constant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/>
                  <a:t>) by repetitions.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1481" t="-3248" r="-125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45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71600" y="5310500"/>
            <a:ext cx="2664296" cy="11521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Directed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-path problem: given directed graph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𝐺</m:t>
                    </m:r>
                  </m:oMath>
                </a14:m>
                <a:r>
                  <a:rPr lang="en-US" sz="2600" dirty="0"/>
                  <a:t>, is there a simple path on at least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 vertices.</a:t>
                </a:r>
              </a:p>
              <a:p>
                <a:r>
                  <a:rPr lang="en-US" sz="2600" dirty="0"/>
                  <a:t>In polynomial time if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𝐺</m:t>
                    </m:r>
                  </m:oMath>
                </a14:m>
                <a:r>
                  <a:rPr lang="en-US" sz="2600" dirty="0"/>
                  <a:t> is acyclic: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525963"/>
              </a:xfrm>
              <a:blipFill rotWithShape="1">
                <a:blip r:embed="rId2"/>
                <a:stretch>
                  <a:fillRect l="-1111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Coding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259632" y="5742548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5742548"/>
                <a:ext cx="360040" cy="360040"/>
              </a:xfrm>
              <a:prstGeom prst="ellipse">
                <a:avLst/>
              </a:prstGeom>
              <a:blipFill rotWithShape="1">
                <a:blip r:embed="rId4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1763688" y="5742548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742548"/>
                <a:ext cx="360040" cy="360040"/>
              </a:xfrm>
              <a:prstGeom prst="ellipse">
                <a:avLst/>
              </a:prstGeom>
              <a:blipFill rotWithShape="1">
                <a:blip r:embed="rId5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2267744" y="5742548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5742548"/>
                <a:ext cx="360040" cy="360040"/>
              </a:xfrm>
              <a:prstGeom prst="ellipse">
                <a:avLst/>
              </a:prstGeom>
              <a:blipFill rotWithShape="1">
                <a:blip r:embed="rId6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5220072" y="5742548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5742548"/>
                <a:ext cx="360040" cy="360040"/>
              </a:xfrm>
              <a:prstGeom prst="ellipse">
                <a:avLst/>
              </a:prstGeom>
              <a:blipFill rotWithShape="1">
                <a:blip r:embed="rId7"/>
                <a:stretch>
                  <a:fillRect l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3707904" y="5742548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5742548"/>
                <a:ext cx="360040" cy="360040"/>
              </a:xfrm>
              <a:prstGeom prst="ellipse">
                <a:avLst/>
              </a:prstGeom>
              <a:blipFill rotWithShape="1">
                <a:blip r:embed="rId8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269360" y="609329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1311" y="61025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7" name="Freeform 6"/>
          <p:cNvSpPr/>
          <p:nvPr/>
        </p:nvSpPr>
        <p:spPr>
          <a:xfrm>
            <a:off x="1546698" y="5660946"/>
            <a:ext cx="291830" cy="107004"/>
          </a:xfrm>
          <a:custGeom>
            <a:avLst/>
            <a:gdLst>
              <a:gd name="connsiteX0" fmla="*/ 0 w 291830"/>
              <a:gd name="connsiteY0" fmla="*/ 107004 h 107004"/>
              <a:gd name="connsiteX1" fmla="*/ 107004 w 291830"/>
              <a:gd name="connsiteY1" fmla="*/ 0 h 107004"/>
              <a:gd name="connsiteX2" fmla="*/ 291830 w 291830"/>
              <a:gd name="connsiteY2" fmla="*/ 107004 h 107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1830" h="107004">
                <a:moveTo>
                  <a:pt x="0" y="107004"/>
                </a:moveTo>
                <a:cubicBezTo>
                  <a:pt x="29183" y="53502"/>
                  <a:pt x="58366" y="0"/>
                  <a:pt x="107004" y="0"/>
                </a:cubicBezTo>
                <a:cubicBezTo>
                  <a:pt x="155642" y="0"/>
                  <a:pt x="223736" y="53502"/>
                  <a:pt x="291830" y="107004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1429966" y="5398299"/>
            <a:ext cx="1459149" cy="340468"/>
          </a:xfrm>
          <a:custGeom>
            <a:avLst/>
            <a:gdLst>
              <a:gd name="connsiteX0" fmla="*/ 0 w 1459149"/>
              <a:gd name="connsiteY0" fmla="*/ 340468 h 340468"/>
              <a:gd name="connsiteX1" fmla="*/ 661481 w 1459149"/>
              <a:gd name="connsiteY1" fmla="*/ 0 h 340468"/>
              <a:gd name="connsiteX2" fmla="*/ 1459149 w 1459149"/>
              <a:gd name="connsiteY2" fmla="*/ 340468 h 340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9149" h="340468">
                <a:moveTo>
                  <a:pt x="0" y="340468"/>
                </a:moveTo>
                <a:cubicBezTo>
                  <a:pt x="209145" y="170234"/>
                  <a:pt x="418290" y="0"/>
                  <a:pt x="661481" y="0"/>
                </a:cubicBezTo>
                <a:cubicBezTo>
                  <a:pt x="904672" y="0"/>
                  <a:pt x="1181910" y="170234"/>
                  <a:pt x="1459149" y="340468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63688" y="609329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6" name="Freeform 15"/>
          <p:cNvSpPr/>
          <p:nvPr/>
        </p:nvSpPr>
        <p:spPr>
          <a:xfrm>
            <a:off x="1943708" y="5382508"/>
            <a:ext cx="1919181" cy="340577"/>
          </a:xfrm>
          <a:custGeom>
            <a:avLst/>
            <a:gdLst>
              <a:gd name="connsiteX0" fmla="*/ 0 w 1313234"/>
              <a:gd name="connsiteY0" fmla="*/ 311394 h 340577"/>
              <a:gd name="connsiteX1" fmla="*/ 437744 w 1313234"/>
              <a:gd name="connsiteY1" fmla="*/ 109 h 340577"/>
              <a:gd name="connsiteX2" fmla="*/ 1313234 w 1313234"/>
              <a:gd name="connsiteY2" fmla="*/ 340577 h 34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3234" h="340577">
                <a:moveTo>
                  <a:pt x="0" y="311394"/>
                </a:moveTo>
                <a:cubicBezTo>
                  <a:pt x="109436" y="153319"/>
                  <a:pt x="218872" y="-4755"/>
                  <a:pt x="437744" y="109"/>
                </a:cubicBezTo>
                <a:cubicBezTo>
                  <a:pt x="656616" y="4973"/>
                  <a:pt x="984925" y="172775"/>
                  <a:pt x="1313234" y="340577"/>
                </a:cubicBezTo>
              </a:path>
            </a:pathLst>
          </a:custGeom>
          <a:noFill/>
          <a:ln>
            <a:prstDash val="sysDot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2996119" y="5716179"/>
            <a:ext cx="739302" cy="108238"/>
          </a:xfrm>
          <a:custGeom>
            <a:avLst/>
            <a:gdLst>
              <a:gd name="connsiteX0" fmla="*/ 0 w 739302"/>
              <a:gd name="connsiteY0" fmla="*/ 59600 h 108238"/>
              <a:gd name="connsiteX1" fmla="*/ 408562 w 739302"/>
              <a:gd name="connsiteY1" fmla="*/ 1234 h 108238"/>
              <a:gd name="connsiteX2" fmla="*/ 739302 w 739302"/>
              <a:gd name="connsiteY2" fmla="*/ 108238 h 10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9302" h="108238">
                <a:moveTo>
                  <a:pt x="0" y="59600"/>
                </a:moveTo>
                <a:cubicBezTo>
                  <a:pt x="142672" y="26364"/>
                  <a:pt x="285345" y="-6872"/>
                  <a:pt x="408562" y="1234"/>
                </a:cubicBezTo>
                <a:cubicBezTo>
                  <a:pt x="531779" y="9340"/>
                  <a:pt x="635540" y="58789"/>
                  <a:pt x="739302" y="108238"/>
                </a:cubicBezTo>
              </a:path>
            </a:pathLst>
          </a:custGeom>
          <a:noFill/>
          <a:ln>
            <a:prstDash val="sysDot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79912" y="5301208"/>
            <a:ext cx="5288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36619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Crux: cannot collide with previous part of the path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44" y="2664934"/>
            <a:ext cx="8994846" cy="242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30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uiExpand="1" build="p"/>
      <p:bldP spid="5" grpId="0" animBg="1"/>
      <p:bldP spid="9" grpId="0" animBg="1"/>
      <p:bldP spid="10" grpId="0" animBg="1"/>
      <p:bldP spid="11" grpId="0" animBg="1"/>
      <p:bldP spid="12" grpId="0" animBg="1"/>
      <p:bldP spid="6" grpId="0"/>
      <p:bldP spid="14" grpId="0"/>
      <p:bldP spid="7" grpId="0" animBg="1"/>
      <p:bldP spid="13" grpId="0" animBg="1"/>
      <p:bldP spid="17" grpId="0"/>
      <p:bldP spid="16" grpId="0" animBg="1"/>
      <p:bldP spid="18" grpId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ular Callout 9"/>
          <p:cNvSpPr/>
          <p:nvPr/>
        </p:nvSpPr>
        <p:spPr>
          <a:xfrm>
            <a:off x="72008" y="5549484"/>
            <a:ext cx="1187624" cy="841242"/>
          </a:xfrm>
          <a:prstGeom prst="wedgeRoundRectCallout">
            <a:avLst>
              <a:gd name="adj1" fmla="val 47838"/>
              <a:gd name="adj2" fmla="val 23301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9011344" cy="5904656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Idea: try to reduce the general case to acyclic case.</a:t>
                </a:r>
              </a:p>
              <a:p>
                <a:endParaRPr lang="en-US" sz="2600" dirty="0"/>
              </a:p>
              <a:p>
                <a:endParaRPr lang="en-US" sz="2600" dirty="0"/>
              </a:p>
              <a:p>
                <a:endParaRPr lang="en-US" sz="2600" dirty="0"/>
              </a:p>
              <a:p>
                <a:endParaRPr lang="en-US" sz="2600" dirty="0"/>
              </a:p>
              <a:p>
                <a:r>
                  <a:rPr lang="en-US" sz="2600" dirty="0"/>
                  <a:t>If true is returned,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/>
                          </a:rPr>
                          <m:t>𝐺</m:t>
                        </m:r>
                      </m:e>
                      <m:sup>
                        <m:r>
                          <a:rPr lang="en-US" sz="2600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600" dirty="0"/>
                  <a:t> has a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-path so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𝐺</m:t>
                    </m:r>
                  </m:oMath>
                </a14:m>
                <a:r>
                  <a:rPr lang="en-US" sz="2600" dirty="0"/>
                  <a:t> as well</a:t>
                </a:r>
              </a:p>
              <a:p>
                <a:r>
                  <a:rPr lang="en-US" sz="2600" dirty="0"/>
                  <a:t>If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𝐺</m:t>
                    </m:r>
                  </m:oMath>
                </a14:m>
                <a:r>
                  <a:rPr lang="en-US" sz="2600" dirty="0"/>
                  <a:t> has a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-path, look at one iteration: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 b="0" i="0" dirty="0" smtClean="0">
                                <a:latin typeface="Cambria Math"/>
                              </a:rPr>
                              <m:t>Pr</m:t>
                            </m:r>
                          </m:e>
                          <m:lim>
                            <m:r>
                              <a:rPr lang="en-US" sz="2200" b="0" i="1" dirty="0" smtClean="0">
                                <a:latin typeface="Cambria Math"/>
                              </a:rPr>
                              <m:t>𝑐</m:t>
                            </m:r>
                          </m:lim>
                        </m:limLow>
                      </m:fName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has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200" b="0" i="0" dirty="0" smtClean="0">
                            <a:latin typeface="Cambria Math" panose="02040503050406030204" pitchFamily="18" charset="0"/>
                          </a:rPr>
                          <m:t>path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 ]</m:t>
                        </m:r>
                      </m:e>
                    </m:func>
                    <m:r>
                      <a:rPr lang="en-US" sz="2200" b="0" i="1" smtClean="0">
                        <a:latin typeface="Cambria Math"/>
                      </a:rPr>
                      <m:t>≥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/>
                              </a:rPr>
                              <m:t>Pr</m:t>
                            </m:r>
                          </m:e>
                          <m:lim>
                            <m:r>
                              <a:rPr lang="en-US" sz="2200" b="0" i="1" smtClean="0">
                                <a:latin typeface="Cambria Math"/>
                              </a:rPr>
                              <m:t>𝑐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∀</m:t>
                            </m:r>
                            <m:r>
                              <a:rPr lang="en-US" sz="22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2200" b="0" i="1" smtClean="0">
                                <a:latin typeface="Cambria Math"/>
                              </a:rPr>
                              <m:t>∈</m:t>
                            </m:r>
                            <m:r>
                              <m:rPr>
                                <m:lit/>
                              </m:rPr>
                              <a:rPr lang="en-US" sz="2200" b="0" i="1" smtClean="0">
                                <a:latin typeface="Cambria Math"/>
                              </a:rPr>
                              <m:t>{</m:t>
                            </m:r>
                            <m:r>
                              <a:rPr lang="en-US" sz="2200" b="0" i="1" smtClean="0">
                                <a:latin typeface="Cambria Math"/>
                              </a:rPr>
                              <m:t>1,…,</m:t>
                            </m:r>
                            <m:r>
                              <a:rPr lang="en-US" sz="2200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m:rPr>
                                <m:lit/>
                              </m:rPr>
                              <a:rPr lang="en-US" sz="2200" b="0" i="1" smtClean="0">
                                <a:latin typeface="Cambria Math"/>
                              </a:rPr>
                              <m:t>}</m:t>
                            </m:r>
                            <m:r>
                              <a:rPr lang="en-US" sz="2200" b="0" i="1" smtClean="0">
                                <a:latin typeface="Cambria Math"/>
                              </a:rPr>
                              <m:t>:</m:t>
                            </m:r>
                            <m:r>
                              <a:rPr lang="en-US" sz="2200" b="0" i="1" smtClean="0">
                                <a:latin typeface="Cambria Math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200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sz="22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2200" b="0" i="1" smtClean="0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2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/>
                              </a:rPr>
                              <m:t>𝑘</m:t>
                            </m:r>
                          </m:sup>
                        </m:sSup>
                      </m:e>
                    </m:func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So prob. we won’t find a path in the whole loop is at most</a:t>
                </a:r>
                <a:br>
                  <a:rPr lang="en-US" sz="2200" dirty="0"/>
                </a:br>
                <a:endParaRPr lang="en-US" sz="2200" dirty="0"/>
              </a:p>
              <a:p>
                <a:endParaRPr lang="en-US" sz="2600" dirty="0"/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9011344" cy="5904656"/>
              </a:xfrm>
              <a:blipFill rotWithShape="0">
                <a:blip r:embed="rId2"/>
                <a:stretch>
                  <a:fillRect l="-1015" t="-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-129463" y="5496346"/>
                <a:ext cx="1633460" cy="12052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81818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1+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81818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81818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≤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for </a:t>
                </a:r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81818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81818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=−1/</m:t>
                      </m:r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𝑘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181818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463" y="5496346"/>
                <a:ext cx="1633460" cy="12052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Coding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1700619"/>
            <a:ext cx="9036496" cy="1944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59632" y="5592801"/>
                <a:ext cx="7636001" cy="10688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kumimoji="0" lang="en-US" sz="2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2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kumimoji="0" lang="en-US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81818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81818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kumimoji="0" lang="en-US" sz="22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81818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sSup>
                          <m:sSupPr>
                            <m:ctrlPr>
                              <a:rPr kumimoji="0" lang="en-US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𝑘</m:t>
                            </m:r>
                          </m:e>
                          <m:sup>
                            <m:r>
                              <a:rPr kumimoji="0" lang="en-US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𝑘</m:t>
                            </m:r>
                          </m:sup>
                        </m:sSup>
                      </m:sup>
                    </m:sSup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≤1/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𝑒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, if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-path exists, return true with </a:t>
                </a:r>
                <a:r>
                  <a:rPr kumimoji="0" lang="en-US" sz="2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prob</a:t>
                </a: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1−</m:t>
                    </m:r>
                    <m:f>
                      <m:fPr>
                        <m:ctrlPr>
                          <a:rPr kumimoji="0" lang="en-US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𝑒</m:t>
                        </m:r>
                      </m:den>
                    </m:f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5592801"/>
                <a:ext cx="7636001" cy="106881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7816" y="6320933"/>
                <a:ext cx="8938720" cy="49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𝑂</m:t>
                        </m:r>
                      </m:e>
                      <m:sup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∗</m:t>
                        </m:r>
                      </m:sup>
                    </m:sSup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𝑘</m:t>
                        </m:r>
                      </m:e>
                      <m:sup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𝑘</m:t>
                        </m:r>
                      </m:sup>
                    </m:sSup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time algorithm with constant one-sided err.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16" y="6320933"/>
                <a:ext cx="8938720" cy="499560"/>
              </a:xfrm>
              <a:prstGeom prst="rect">
                <a:avLst/>
              </a:prstGeom>
              <a:blipFill rotWithShape="1">
                <a:blip r:embed="rId6"/>
                <a:stretch>
                  <a:fillRect t="-9756" b="-29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54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uiExpand="1" build="p"/>
      <p:bldP spid="5" grpId="0"/>
      <p:bldP spid="8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/>
              <p:cNvSpPr txBox="1">
                <a:spLocks/>
              </p:cNvSpPr>
              <p:nvPr/>
            </p:nvSpPr>
            <p:spPr>
              <a:xfrm>
                <a:off x="107504" y="1196752"/>
                <a:ext cx="9036496" cy="56612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Let’s try to do faster now, we’ll see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𝑂</m:t>
                        </m:r>
                      </m:e>
                      <m:sup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∗</m:t>
                        </m:r>
                      </m:sup>
                    </m:sSup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(</m:t>
                    </m:r>
                    <m:sSup>
                      <m:sSupPr>
                        <m:ctrlP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2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  <m:r>
                              <a:rPr kumimoji="0" lang="en-US" sz="2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𝑒</m:t>
                            </m:r>
                          </m:e>
                        </m:d>
                      </m:e>
                      <m:sup>
                        <m:r>
                          <a:rPr kumimoji="0" lang="en-US" sz="2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𝑘</m:t>
                        </m:r>
                      </m:sup>
                    </m:sSup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time.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Requirement vertices consecutively ordered was too strict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Think of the values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𝑐</m:t>
                    </m:r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𝑣</m:t>
                    </m:r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as 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36619">
                        <a:lumMod val="75000"/>
                      </a:srgbClr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c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36619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o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o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196752"/>
                <a:ext cx="9036496" cy="5661248"/>
              </a:xfrm>
              <a:prstGeom prst="rect">
                <a:avLst/>
              </a:prstGeom>
              <a:blipFill rotWithShape="1">
                <a:blip r:embed="rId2"/>
                <a:stretch>
                  <a:fillRect l="-1080" t="-861" r="-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Coding 2</a:t>
            </a:r>
          </a:p>
        </p:txBody>
      </p:sp>
      <p:pic>
        <p:nvPicPr>
          <p:cNvPr id="4098" name="Picture 2" descr="C:\Users\jnederlo\Desktop\lecturenotes\L11\Kitzbühel-Action-Paint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109394"/>
            <a:ext cx="7272808" cy="363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827584" y="3485506"/>
            <a:ext cx="7272808" cy="169355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621951" y="3570184"/>
            <a:ext cx="1636043" cy="1562930"/>
            <a:chOff x="304800" y="4166530"/>
            <a:chExt cx="2681315" cy="2561490"/>
          </a:xfrm>
          <a:noFill/>
        </p:grpSpPr>
        <p:grpSp>
          <p:nvGrpSpPr>
            <p:cNvPr id="9" name="Group 8"/>
            <p:cNvGrpSpPr/>
            <p:nvPr/>
          </p:nvGrpSpPr>
          <p:grpSpPr>
            <a:xfrm>
              <a:off x="304800" y="4166530"/>
              <a:ext cx="2681315" cy="2561490"/>
              <a:chOff x="381000" y="2718779"/>
              <a:chExt cx="4093557" cy="3910621"/>
            </a:xfrm>
            <a:grpFill/>
          </p:grpSpPr>
          <p:sp>
            <p:nvSpPr>
              <p:cNvPr id="14" name="Oval 13"/>
              <p:cNvSpPr/>
              <p:nvPr/>
            </p:nvSpPr>
            <p:spPr>
              <a:xfrm>
                <a:off x="1066800" y="6247425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368430" y="6248400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4093557" y="4060095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2249001" y="2718779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381000" y="4067910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1166445" y="4240826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600200" y="5441460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2866290" y="5447325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3237525" y="4251570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2233245" y="3534510"/>
                <a:ext cx="381000" cy="381000"/>
              </a:xfrm>
              <a:prstGeom prst="ellipse">
                <a:avLst/>
              </a:prstGeom>
              <a:grp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4" name="Straight Connector 23"/>
              <p:cNvCxnSpPr>
                <a:stCxn id="14" idx="1"/>
                <a:endCxn id="18" idx="4"/>
              </p:cNvCxnSpPr>
              <p:nvPr/>
            </p:nvCxnSpPr>
            <p:spPr>
              <a:xfrm flipH="1" flipV="1">
                <a:off x="571500" y="4448910"/>
                <a:ext cx="551096" cy="1854311"/>
              </a:xfrm>
              <a:prstGeom prst="line">
                <a:avLst/>
              </a:prstGeom>
              <a:grp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5" name="Straight Connector 24"/>
              <p:cNvCxnSpPr>
                <a:stCxn id="18" idx="0"/>
                <a:endCxn id="17" idx="2"/>
              </p:cNvCxnSpPr>
              <p:nvPr/>
            </p:nvCxnSpPr>
            <p:spPr>
              <a:xfrm flipV="1">
                <a:off x="571500" y="2909279"/>
                <a:ext cx="1677501" cy="1158631"/>
              </a:xfrm>
              <a:prstGeom prst="line">
                <a:avLst/>
              </a:prstGeom>
              <a:grp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7" name="Straight Connector 26"/>
              <p:cNvCxnSpPr>
                <a:stCxn id="16" idx="4"/>
                <a:endCxn id="15" idx="7"/>
              </p:cNvCxnSpPr>
              <p:nvPr/>
            </p:nvCxnSpPr>
            <p:spPr>
              <a:xfrm flipH="1">
                <a:off x="3693634" y="4441095"/>
                <a:ext cx="590423" cy="1863101"/>
              </a:xfrm>
              <a:prstGeom prst="line">
                <a:avLst/>
              </a:prstGeom>
              <a:grp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8" name="Straight Connector 27"/>
              <p:cNvCxnSpPr>
                <a:stCxn id="14" idx="6"/>
                <a:endCxn id="15" idx="2"/>
              </p:cNvCxnSpPr>
              <p:nvPr/>
            </p:nvCxnSpPr>
            <p:spPr>
              <a:xfrm>
                <a:off x="1447800" y="6437925"/>
                <a:ext cx="1920630" cy="975"/>
              </a:xfrm>
              <a:prstGeom prst="line">
                <a:avLst/>
              </a:prstGeom>
              <a:grp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9" name="Straight Connector 28"/>
              <p:cNvCxnSpPr>
                <a:stCxn id="14" idx="7"/>
                <a:endCxn id="20" idx="3"/>
              </p:cNvCxnSpPr>
              <p:nvPr/>
            </p:nvCxnSpPr>
            <p:spPr>
              <a:xfrm flipV="1">
                <a:off x="1392004" y="5766664"/>
                <a:ext cx="263992" cy="536557"/>
              </a:xfrm>
              <a:prstGeom prst="line">
                <a:avLst/>
              </a:prstGeom>
              <a:grp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2" name="Straight Connector 31"/>
              <p:cNvCxnSpPr>
                <a:stCxn id="17" idx="4"/>
                <a:endCxn id="23" idx="0"/>
              </p:cNvCxnSpPr>
              <p:nvPr/>
            </p:nvCxnSpPr>
            <p:spPr>
              <a:xfrm flipH="1">
                <a:off x="2423745" y="3099779"/>
                <a:ext cx="15756" cy="434731"/>
              </a:xfrm>
              <a:prstGeom prst="line">
                <a:avLst/>
              </a:prstGeom>
              <a:grp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cxnSp>
          <p:nvCxnSpPr>
            <p:cNvPr id="10" name="Straight Connector 9"/>
            <p:cNvCxnSpPr>
              <a:stCxn id="19" idx="4"/>
              <a:endCxn id="14" idx="0"/>
            </p:cNvCxnSpPr>
            <p:nvPr/>
          </p:nvCxnSpPr>
          <p:spPr>
            <a:xfrm flipH="1">
              <a:off x="878784" y="5413042"/>
              <a:ext cx="65268" cy="1064781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Straight Connector 10"/>
            <p:cNvCxnSpPr>
              <a:stCxn id="22" idx="4"/>
              <a:endCxn id="15" idx="0"/>
            </p:cNvCxnSpPr>
            <p:nvPr/>
          </p:nvCxnSpPr>
          <p:spPr>
            <a:xfrm>
              <a:off x="2300627" y="5420079"/>
              <a:ext cx="85744" cy="1058383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Straight Connector 11"/>
            <p:cNvCxnSpPr>
              <a:stCxn id="20" idx="6"/>
              <a:endCxn id="21" idx="2"/>
            </p:cNvCxnSpPr>
            <p:nvPr/>
          </p:nvCxnSpPr>
          <p:spPr>
            <a:xfrm>
              <a:off x="1352944" y="6074688"/>
              <a:ext cx="579742" cy="3842"/>
            </a:xfrm>
            <a:prstGeom prst="lin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28402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9" y="5550616"/>
            <a:ext cx="8614253" cy="9027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96752"/>
                <a:ext cx="9036496" cy="5661248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Let’s try to do faster now, we’ll see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/>
                          </a:rPr>
                          <m:t>𝑂</m:t>
                        </m:r>
                      </m:e>
                      <m:sup>
                        <m:r>
                          <a:rPr lang="en-US" sz="2600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6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US" sz="2600" b="0" i="1" smtClean="0">
                                <a:latin typeface="Cambria Math"/>
                              </a:rPr>
                              <m:t>𝑒</m:t>
                            </m:r>
                          </m:e>
                        </m:d>
                      </m:e>
                      <m:sup>
                        <m:r>
                          <a:rPr lang="en-US" sz="2600" b="0" i="1" smtClean="0">
                            <a:latin typeface="Cambria Math"/>
                          </a:rPr>
                          <m:t>𝑘</m:t>
                        </m:r>
                      </m:sup>
                    </m:sSup>
                    <m:r>
                      <a:rPr lang="en-US" sz="2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600" dirty="0"/>
                  <a:t> time.</a:t>
                </a:r>
              </a:p>
              <a:p>
                <a:r>
                  <a:rPr lang="en-US" sz="2600" dirty="0"/>
                  <a:t>Requirement vertices consecutively ordered was too strict</a:t>
                </a:r>
              </a:p>
              <a:p>
                <a:r>
                  <a:rPr lang="en-US" sz="2600" dirty="0"/>
                  <a:t>Think of the values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𝑐</m:t>
                    </m:r>
                    <m:r>
                      <a:rPr lang="en-US" sz="2600" b="0" i="1" smtClean="0">
                        <a:latin typeface="Cambria Math"/>
                      </a:rPr>
                      <m:t>(</m:t>
                    </m:r>
                    <m:r>
                      <a:rPr lang="en-US" sz="2600" b="0" i="1" smtClean="0">
                        <a:latin typeface="Cambria Math"/>
                      </a:rPr>
                      <m:t>𝑣</m:t>
                    </m:r>
                    <m:r>
                      <a:rPr lang="en-US" sz="2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600" dirty="0"/>
                  <a:t> as </a:t>
                </a:r>
                <a:r>
                  <a:rPr lang="en-US" sz="2600" dirty="0">
                    <a:solidFill>
                      <a:schemeClr val="accent1">
                        <a:lumMod val="75000"/>
                      </a:schemeClr>
                    </a:solidFill>
                  </a:rPr>
                  <a:t>c</a:t>
                </a:r>
                <a:r>
                  <a:rPr lang="en-US" sz="2600" dirty="0">
                    <a:solidFill>
                      <a:schemeClr val="accent1"/>
                    </a:solidFill>
                  </a:rPr>
                  <a:t>o</a:t>
                </a:r>
                <a:r>
                  <a:rPr lang="en-US" sz="2600" dirty="0">
                    <a:solidFill>
                      <a:schemeClr val="tx2"/>
                    </a:solidFill>
                  </a:rPr>
                  <a:t>l</a:t>
                </a:r>
                <a:r>
                  <a:rPr lang="en-US" sz="2600" dirty="0">
                    <a:solidFill>
                      <a:srgbClr val="00B050"/>
                    </a:solidFill>
                  </a:rPr>
                  <a:t>o</a:t>
                </a:r>
                <a:r>
                  <a:rPr lang="en-US" sz="2600" dirty="0">
                    <a:solidFill>
                      <a:srgbClr val="7030A0"/>
                    </a:solidFill>
                  </a:rPr>
                  <a:t>r</a:t>
                </a:r>
                <a:r>
                  <a:rPr lang="en-US" sz="2600" dirty="0">
                    <a:solidFill>
                      <a:srgbClr val="FFC000"/>
                    </a:solidFill>
                  </a:rPr>
                  <a:t>s</a:t>
                </a:r>
              </a:p>
              <a:p>
                <a:r>
                  <a:rPr lang="en-US" sz="2600" dirty="0"/>
                  <a:t>Call a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-path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colorful if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600" b="0" i="1" smtClean="0">
                        <a:latin typeface="Cambria Math"/>
                      </a:rPr>
                      <m:t>≠</m:t>
                    </m:r>
                    <m:r>
                      <a:rPr lang="en-US" sz="2600" b="0" i="1" smtClean="0">
                        <a:latin typeface="Cambria Math"/>
                      </a:rPr>
                      <m:t>𝑐</m:t>
                    </m:r>
                    <m:r>
                      <a:rPr lang="en-US" sz="26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𝑖</m:t>
                    </m:r>
                    <m:r>
                      <a:rPr lang="en-US" sz="2600" b="0" i="1" smtClean="0">
                        <a:latin typeface="Cambria Math"/>
                      </a:rPr>
                      <m:t>≠</m:t>
                    </m:r>
                    <m:r>
                      <a:rPr lang="en-US" sz="2600" b="0" i="1" smtClean="0">
                        <a:latin typeface="Cambria Math"/>
                      </a:rPr>
                      <m:t>𝑗</m:t>
                    </m:r>
                  </m:oMath>
                </a14:m>
                <a:endParaRPr lang="en-US" sz="2600" dirty="0"/>
              </a:p>
              <a:p>
                <a:pPr lvl="1"/>
                <a:r>
                  <a:rPr lang="en-US" sz="2200" dirty="0"/>
                  <a:t>Equivalently,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𝑐</m:t>
                    </m:r>
                    <m:r>
                      <a:rPr lang="en-US" sz="2200" b="0" i="1" smtClean="0">
                        <a:latin typeface="Cambria Math"/>
                      </a:rPr>
                      <m:t>:</m:t>
                    </m:r>
                    <m:r>
                      <a:rPr lang="en-US" sz="2200" b="0" i="1" smtClean="0">
                        <a:latin typeface="Cambria Math"/>
                      </a:rPr>
                      <m:t>𝑉</m:t>
                    </m:r>
                    <m:r>
                      <a:rPr lang="en-US" sz="2200" b="0" i="1" smtClean="0">
                        <a:latin typeface="Cambria Math"/>
                      </a:rPr>
                      <m:t>→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/>
                      </a:rPr>
                      <m:t>{</m:t>
                    </m:r>
                    <m:r>
                      <a:rPr lang="en-US" sz="2200" b="0" i="1" smtClean="0">
                        <a:latin typeface="Cambria Math"/>
                      </a:rPr>
                      <m:t>1,…,</m:t>
                    </m:r>
                    <m:r>
                      <a:rPr lang="en-US" sz="2200" b="0" i="1" smtClean="0">
                        <a:latin typeface="Cambria Math"/>
                      </a:rPr>
                      <m:t>𝑘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{</m:t>
                    </m:r>
                    <m:r>
                      <a:rPr lang="en-US" sz="2200" b="0" i="1" dirty="0" smtClean="0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200" b="0" i="1" dirty="0" smtClean="0">
                        <a:latin typeface="Cambria Math"/>
                      </a:rPr>
                      <m:t>:</m:t>
                    </m:r>
                    <m:r>
                      <a:rPr lang="en-US" sz="2200" b="0" i="1" dirty="0" smtClean="0">
                        <a:latin typeface="Cambria Math"/>
                      </a:rPr>
                      <m:t>𝑖</m:t>
                    </m:r>
                    <m:r>
                      <a:rPr lang="en-US" sz="2200" b="0" i="1" dirty="0" smtClean="0">
                        <a:latin typeface="Cambria Math"/>
                      </a:rPr>
                      <m:t>∈</m:t>
                    </m:r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{</m:t>
                    </m:r>
                    <m:r>
                      <a:rPr lang="en-US" sz="2200" b="0" i="1" dirty="0" smtClean="0">
                        <a:latin typeface="Cambria Math"/>
                      </a:rPr>
                      <m:t>1,…,</m:t>
                    </m:r>
                    <m:r>
                      <a:rPr lang="en-US" sz="2200" b="0" i="1" dirty="0" smtClean="0">
                        <a:latin typeface="Cambria Math"/>
                      </a:rPr>
                      <m:t>𝑘</m:t>
                    </m:r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}}</m:t>
                    </m:r>
                    <m:r>
                      <a:rPr lang="en-US" sz="2200" b="0" i="1" dirty="0" smtClean="0">
                        <a:latin typeface="Cambria Math"/>
                      </a:rPr>
                      <m:t>= </m:t>
                    </m:r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{</m:t>
                    </m:r>
                    <m:r>
                      <a:rPr lang="en-US" sz="2200" b="0" i="1" dirty="0" smtClean="0">
                        <a:latin typeface="Cambria Math"/>
                      </a:rPr>
                      <m:t>1,…,</m:t>
                    </m:r>
                    <m:r>
                      <a:rPr lang="en-US" sz="2200" b="0" i="1" dirty="0" smtClean="0">
                        <a:latin typeface="Cambria Math"/>
                      </a:rPr>
                      <m:t>𝑘</m:t>
                    </m:r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sz="2200" dirty="0"/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96752"/>
                <a:ext cx="9036496" cy="5661248"/>
              </a:xfrm>
              <a:blipFill rotWithShape="1">
                <a:blip r:embed="rId3"/>
                <a:stretch>
                  <a:fillRect l="-1080" t="-861" r="-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Coding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8559" y="6309320"/>
                <a:ext cx="7402411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Algorithm misses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-path with </a:t>
                </a:r>
                <a:r>
                  <a:rPr kumimoji="0" lang="en-US" sz="2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prob</a:t>
                </a: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at most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1/</m:t>
                    </m:r>
                    <m:r>
                      <a:rPr kumimoji="0" lang="en-US" sz="2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𝑒</m:t>
                    </m:r>
                  </m:oMath>
                </a14:m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59" y="6309320"/>
                <a:ext cx="7402411" cy="492443"/>
              </a:xfrm>
              <a:prstGeom prst="rect">
                <a:avLst/>
              </a:prstGeom>
              <a:blipFill rotWithShape="1">
                <a:blip r:embed="rId5"/>
                <a:stretch>
                  <a:fillRect l="-1235" t="-11111" r="-658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3645024"/>
            <a:ext cx="9080500" cy="189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506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14" y="4649001"/>
            <a:ext cx="7997841" cy="21591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96752"/>
                <a:ext cx="9036496" cy="5661248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Call a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-path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colorful if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600" b="0" i="1" smtClean="0">
                        <a:latin typeface="Cambria Math"/>
                      </a:rPr>
                      <m:t>≠</m:t>
                    </m:r>
                    <m:r>
                      <a:rPr lang="en-US" sz="2600" b="0" i="1" smtClean="0">
                        <a:latin typeface="Cambria Math"/>
                      </a:rPr>
                      <m:t>𝑐</m:t>
                    </m:r>
                    <m:r>
                      <a:rPr lang="en-US" sz="26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𝑖</m:t>
                    </m:r>
                    <m:r>
                      <a:rPr lang="en-US" sz="2600" b="0" i="1" smtClean="0">
                        <a:latin typeface="Cambria Math"/>
                      </a:rPr>
                      <m:t>≠</m:t>
                    </m:r>
                    <m:r>
                      <a:rPr lang="en-US" sz="2600" b="0" i="1" smtClean="0">
                        <a:latin typeface="Cambria Math"/>
                      </a:rPr>
                      <m:t>𝑗</m:t>
                    </m:r>
                  </m:oMath>
                </a14:m>
                <a:endParaRPr lang="en-US" sz="2600" dirty="0"/>
              </a:p>
              <a:p>
                <a:pPr lvl="1"/>
                <a:r>
                  <a:rPr lang="en-US" sz="2200" dirty="0"/>
                  <a:t>Equivalently,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𝑐</m:t>
                    </m:r>
                    <m:r>
                      <a:rPr lang="en-US" sz="2200" b="0" i="1" smtClean="0">
                        <a:latin typeface="Cambria Math"/>
                      </a:rPr>
                      <m:t>:</m:t>
                    </m:r>
                    <m:r>
                      <a:rPr lang="en-US" sz="2200" b="0" i="1" smtClean="0">
                        <a:latin typeface="Cambria Math"/>
                      </a:rPr>
                      <m:t>𝑉</m:t>
                    </m:r>
                    <m:r>
                      <a:rPr lang="en-US" sz="2200" b="0" i="1" smtClean="0">
                        <a:latin typeface="Cambria Math"/>
                      </a:rPr>
                      <m:t>→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/>
                      </a:rPr>
                      <m:t>{</m:t>
                    </m:r>
                    <m:r>
                      <a:rPr lang="en-US" sz="2200" b="0" i="1" smtClean="0">
                        <a:latin typeface="Cambria Math"/>
                      </a:rPr>
                      <m:t>1,…,</m:t>
                    </m:r>
                    <m:r>
                      <a:rPr lang="en-US" sz="2200" b="0" i="1" smtClean="0">
                        <a:latin typeface="Cambria Math"/>
                      </a:rPr>
                      <m:t>𝑘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{</m:t>
                    </m:r>
                    <m:r>
                      <a:rPr lang="en-US" sz="2200" b="0" i="1" dirty="0" smtClean="0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200" b="0" i="1" dirty="0" smtClean="0">
                        <a:latin typeface="Cambria Math"/>
                      </a:rPr>
                      <m:t>:</m:t>
                    </m:r>
                    <m:r>
                      <a:rPr lang="en-US" sz="2200" b="0" i="1" dirty="0" smtClean="0">
                        <a:latin typeface="Cambria Math"/>
                      </a:rPr>
                      <m:t>𝑖</m:t>
                    </m:r>
                    <m:r>
                      <a:rPr lang="en-US" sz="2200" b="0" i="1" dirty="0" smtClean="0">
                        <a:latin typeface="Cambria Math"/>
                      </a:rPr>
                      <m:t>∈</m:t>
                    </m:r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{</m:t>
                    </m:r>
                    <m:r>
                      <a:rPr lang="en-US" sz="2200" b="0" i="1" dirty="0" smtClean="0">
                        <a:latin typeface="Cambria Math"/>
                      </a:rPr>
                      <m:t>1,…,</m:t>
                    </m:r>
                    <m:r>
                      <a:rPr lang="en-US" sz="2200" b="0" i="1" dirty="0" smtClean="0">
                        <a:latin typeface="Cambria Math"/>
                      </a:rPr>
                      <m:t>𝑘</m:t>
                    </m:r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}}</m:t>
                    </m:r>
                    <m:r>
                      <a:rPr lang="en-US" sz="2200" b="0" i="1" dirty="0" smtClean="0">
                        <a:latin typeface="Cambria Math"/>
                      </a:rPr>
                      <m:t>= </m:t>
                    </m:r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{</m:t>
                    </m:r>
                    <m:r>
                      <a:rPr lang="en-US" sz="2200" b="0" i="1" dirty="0" smtClean="0">
                        <a:latin typeface="Cambria Math"/>
                      </a:rPr>
                      <m:t>1,…,</m:t>
                    </m:r>
                    <m:r>
                      <a:rPr lang="en-US" sz="2200" b="0" i="1" dirty="0" smtClean="0">
                        <a:latin typeface="Cambria Math"/>
                      </a:rPr>
                      <m:t>𝑘</m:t>
                    </m:r>
                    <m:r>
                      <m:rPr>
                        <m:lit/>
                      </m:rPr>
                      <a:rPr lang="en-US" sz="2200" b="0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sz="2200" dirty="0"/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96752"/>
                <a:ext cx="9036496" cy="5661248"/>
              </a:xfrm>
              <a:blipFill rotWithShape="1">
                <a:blip r:embed="rId3"/>
                <a:stretch>
                  <a:fillRect l="-1080" t="-1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Coding 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9" y="2132856"/>
            <a:ext cx="9106832" cy="842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reeform 9"/>
          <p:cNvSpPr/>
          <p:nvPr/>
        </p:nvSpPr>
        <p:spPr>
          <a:xfrm>
            <a:off x="6679086" y="4793744"/>
            <a:ext cx="2391548" cy="1537188"/>
          </a:xfrm>
          <a:custGeom>
            <a:avLst/>
            <a:gdLst>
              <a:gd name="connsiteX0" fmla="*/ 47134 w 2432150"/>
              <a:gd name="connsiteY0" fmla="*/ 679349 h 1537188"/>
              <a:gd name="connsiteX1" fmla="*/ 47134 w 2432150"/>
              <a:gd name="connsiteY1" fmla="*/ 679349 h 1537188"/>
              <a:gd name="connsiteX2" fmla="*/ 141402 w 2432150"/>
              <a:gd name="connsiteY2" fmla="*/ 745337 h 1537188"/>
              <a:gd name="connsiteX3" fmla="*/ 169682 w 2432150"/>
              <a:gd name="connsiteY3" fmla="*/ 764190 h 1537188"/>
              <a:gd name="connsiteX4" fmla="*/ 197963 w 2432150"/>
              <a:gd name="connsiteY4" fmla="*/ 783044 h 1537188"/>
              <a:gd name="connsiteX5" fmla="*/ 216816 w 2432150"/>
              <a:gd name="connsiteY5" fmla="*/ 811324 h 1537188"/>
              <a:gd name="connsiteX6" fmla="*/ 216816 w 2432150"/>
              <a:gd name="connsiteY6" fmla="*/ 1065848 h 1537188"/>
              <a:gd name="connsiteX7" fmla="*/ 207389 w 2432150"/>
              <a:gd name="connsiteY7" fmla="*/ 1094129 h 1537188"/>
              <a:gd name="connsiteX8" fmla="*/ 179109 w 2432150"/>
              <a:gd name="connsiteY8" fmla="*/ 1122409 h 1537188"/>
              <a:gd name="connsiteX9" fmla="*/ 150829 w 2432150"/>
              <a:gd name="connsiteY9" fmla="*/ 1188397 h 1537188"/>
              <a:gd name="connsiteX10" fmla="*/ 131975 w 2432150"/>
              <a:gd name="connsiteY10" fmla="*/ 1216677 h 1537188"/>
              <a:gd name="connsiteX11" fmla="*/ 150829 w 2432150"/>
              <a:gd name="connsiteY11" fmla="*/ 1386359 h 1537188"/>
              <a:gd name="connsiteX12" fmla="*/ 160255 w 2432150"/>
              <a:gd name="connsiteY12" fmla="*/ 1442920 h 1537188"/>
              <a:gd name="connsiteX13" fmla="*/ 197963 w 2432150"/>
              <a:gd name="connsiteY13" fmla="*/ 1527762 h 1537188"/>
              <a:gd name="connsiteX14" fmla="*/ 226243 w 2432150"/>
              <a:gd name="connsiteY14" fmla="*/ 1537188 h 1537188"/>
              <a:gd name="connsiteX15" fmla="*/ 348791 w 2432150"/>
              <a:gd name="connsiteY15" fmla="*/ 1527762 h 1537188"/>
              <a:gd name="connsiteX16" fmla="*/ 405352 w 2432150"/>
              <a:gd name="connsiteY16" fmla="*/ 1508908 h 1537188"/>
              <a:gd name="connsiteX17" fmla="*/ 461913 w 2432150"/>
              <a:gd name="connsiteY17" fmla="*/ 1490054 h 1537188"/>
              <a:gd name="connsiteX18" fmla="*/ 490193 w 2432150"/>
              <a:gd name="connsiteY18" fmla="*/ 1471201 h 1537188"/>
              <a:gd name="connsiteX19" fmla="*/ 575035 w 2432150"/>
              <a:gd name="connsiteY19" fmla="*/ 1461774 h 1537188"/>
              <a:gd name="connsiteX20" fmla="*/ 678730 w 2432150"/>
              <a:gd name="connsiteY20" fmla="*/ 1433494 h 1537188"/>
              <a:gd name="connsiteX21" fmla="*/ 735290 w 2432150"/>
              <a:gd name="connsiteY21" fmla="*/ 1414640 h 1537188"/>
              <a:gd name="connsiteX22" fmla="*/ 791851 w 2432150"/>
              <a:gd name="connsiteY22" fmla="*/ 1405213 h 1537188"/>
              <a:gd name="connsiteX23" fmla="*/ 914400 w 2432150"/>
              <a:gd name="connsiteY23" fmla="*/ 1386359 h 1537188"/>
              <a:gd name="connsiteX24" fmla="*/ 999241 w 2432150"/>
              <a:gd name="connsiteY24" fmla="*/ 1358079 h 1537188"/>
              <a:gd name="connsiteX25" fmla="*/ 1112363 w 2432150"/>
              <a:gd name="connsiteY25" fmla="*/ 1339225 h 1537188"/>
              <a:gd name="connsiteX26" fmla="*/ 1338606 w 2432150"/>
              <a:gd name="connsiteY26" fmla="*/ 1348652 h 1537188"/>
              <a:gd name="connsiteX27" fmla="*/ 1366886 w 2432150"/>
              <a:gd name="connsiteY27" fmla="*/ 1358079 h 1537188"/>
              <a:gd name="connsiteX28" fmla="*/ 1404593 w 2432150"/>
              <a:gd name="connsiteY28" fmla="*/ 1386359 h 1537188"/>
              <a:gd name="connsiteX29" fmla="*/ 1432874 w 2432150"/>
              <a:gd name="connsiteY29" fmla="*/ 1395786 h 1537188"/>
              <a:gd name="connsiteX30" fmla="*/ 1480008 w 2432150"/>
              <a:gd name="connsiteY30" fmla="*/ 1414640 h 1537188"/>
              <a:gd name="connsiteX31" fmla="*/ 1536569 w 2432150"/>
              <a:gd name="connsiteY31" fmla="*/ 1433494 h 1537188"/>
              <a:gd name="connsiteX32" fmla="*/ 1687398 w 2432150"/>
              <a:gd name="connsiteY32" fmla="*/ 1424067 h 1537188"/>
              <a:gd name="connsiteX33" fmla="*/ 1791092 w 2432150"/>
              <a:gd name="connsiteY33" fmla="*/ 1405213 h 1537188"/>
              <a:gd name="connsiteX34" fmla="*/ 1828800 w 2432150"/>
              <a:gd name="connsiteY34" fmla="*/ 1395786 h 1537188"/>
              <a:gd name="connsiteX35" fmla="*/ 1885360 w 2432150"/>
              <a:gd name="connsiteY35" fmla="*/ 1376933 h 1537188"/>
              <a:gd name="connsiteX36" fmla="*/ 1913641 w 2432150"/>
              <a:gd name="connsiteY36" fmla="*/ 1358079 h 1537188"/>
              <a:gd name="connsiteX37" fmla="*/ 1941921 w 2432150"/>
              <a:gd name="connsiteY37" fmla="*/ 1348652 h 1537188"/>
              <a:gd name="connsiteX38" fmla="*/ 1989055 w 2432150"/>
              <a:gd name="connsiteY38" fmla="*/ 1329799 h 1537188"/>
              <a:gd name="connsiteX39" fmla="*/ 2073897 w 2432150"/>
              <a:gd name="connsiteY39" fmla="*/ 1301518 h 1537188"/>
              <a:gd name="connsiteX40" fmla="*/ 2130457 w 2432150"/>
              <a:gd name="connsiteY40" fmla="*/ 1263811 h 1537188"/>
              <a:gd name="connsiteX41" fmla="*/ 2158738 w 2432150"/>
              <a:gd name="connsiteY41" fmla="*/ 1254384 h 1537188"/>
              <a:gd name="connsiteX42" fmla="*/ 2215299 w 2432150"/>
              <a:gd name="connsiteY42" fmla="*/ 1207250 h 1537188"/>
              <a:gd name="connsiteX43" fmla="*/ 2234152 w 2432150"/>
              <a:gd name="connsiteY43" fmla="*/ 1178970 h 1537188"/>
              <a:gd name="connsiteX44" fmla="*/ 2262433 w 2432150"/>
              <a:gd name="connsiteY44" fmla="*/ 1169543 h 1537188"/>
              <a:gd name="connsiteX45" fmla="*/ 2309567 w 2432150"/>
              <a:gd name="connsiteY45" fmla="*/ 1131836 h 1537188"/>
              <a:gd name="connsiteX46" fmla="*/ 2347274 w 2432150"/>
              <a:gd name="connsiteY46" fmla="*/ 1065848 h 1537188"/>
              <a:gd name="connsiteX47" fmla="*/ 2366128 w 2432150"/>
              <a:gd name="connsiteY47" fmla="*/ 1037568 h 1537188"/>
              <a:gd name="connsiteX48" fmla="*/ 2384981 w 2432150"/>
              <a:gd name="connsiteY48" fmla="*/ 999861 h 1537188"/>
              <a:gd name="connsiteX49" fmla="*/ 2394408 w 2432150"/>
              <a:gd name="connsiteY49" fmla="*/ 971580 h 1537188"/>
              <a:gd name="connsiteX50" fmla="*/ 2413262 w 2432150"/>
              <a:gd name="connsiteY50" fmla="*/ 943300 h 1537188"/>
              <a:gd name="connsiteX51" fmla="*/ 2432115 w 2432150"/>
              <a:gd name="connsiteY51" fmla="*/ 849032 h 1537188"/>
              <a:gd name="connsiteX52" fmla="*/ 2422688 w 2432150"/>
              <a:gd name="connsiteY52" fmla="*/ 764190 h 1537188"/>
              <a:gd name="connsiteX53" fmla="*/ 2394408 w 2432150"/>
              <a:gd name="connsiteY53" fmla="*/ 754764 h 1537188"/>
              <a:gd name="connsiteX54" fmla="*/ 2337847 w 2432150"/>
              <a:gd name="connsiteY54" fmla="*/ 707630 h 1537188"/>
              <a:gd name="connsiteX55" fmla="*/ 2243579 w 2432150"/>
              <a:gd name="connsiteY55" fmla="*/ 622788 h 1537188"/>
              <a:gd name="connsiteX56" fmla="*/ 2102177 w 2432150"/>
              <a:gd name="connsiteY56" fmla="*/ 594508 h 1537188"/>
              <a:gd name="connsiteX57" fmla="*/ 2092750 w 2432150"/>
              <a:gd name="connsiteY57" fmla="*/ 566228 h 1537188"/>
              <a:gd name="connsiteX58" fmla="*/ 2045616 w 2432150"/>
              <a:gd name="connsiteY58" fmla="*/ 509667 h 1537188"/>
              <a:gd name="connsiteX59" fmla="*/ 2026763 w 2432150"/>
              <a:gd name="connsiteY59" fmla="*/ 481386 h 1537188"/>
              <a:gd name="connsiteX60" fmla="*/ 2017336 w 2432150"/>
              <a:gd name="connsiteY60" fmla="*/ 226863 h 1537188"/>
              <a:gd name="connsiteX61" fmla="*/ 1998482 w 2432150"/>
              <a:gd name="connsiteY61" fmla="*/ 198582 h 1537188"/>
              <a:gd name="connsiteX62" fmla="*/ 1989055 w 2432150"/>
              <a:gd name="connsiteY62" fmla="*/ 170302 h 1537188"/>
              <a:gd name="connsiteX63" fmla="*/ 1941921 w 2432150"/>
              <a:gd name="connsiteY63" fmla="*/ 113741 h 1537188"/>
              <a:gd name="connsiteX64" fmla="*/ 1904214 w 2432150"/>
              <a:gd name="connsiteY64" fmla="*/ 104314 h 1537188"/>
              <a:gd name="connsiteX65" fmla="*/ 1875934 w 2432150"/>
              <a:gd name="connsiteY65" fmla="*/ 94887 h 1537188"/>
              <a:gd name="connsiteX66" fmla="*/ 1809946 w 2432150"/>
              <a:gd name="connsiteY66" fmla="*/ 57180 h 1537188"/>
              <a:gd name="connsiteX67" fmla="*/ 1762812 w 2432150"/>
              <a:gd name="connsiteY67" fmla="*/ 47753 h 1537188"/>
              <a:gd name="connsiteX68" fmla="*/ 1659117 w 2432150"/>
              <a:gd name="connsiteY68" fmla="*/ 28900 h 1537188"/>
              <a:gd name="connsiteX69" fmla="*/ 1611983 w 2432150"/>
              <a:gd name="connsiteY69" fmla="*/ 10046 h 1537188"/>
              <a:gd name="connsiteX70" fmla="*/ 1404593 w 2432150"/>
              <a:gd name="connsiteY70" fmla="*/ 10046 h 1537188"/>
              <a:gd name="connsiteX71" fmla="*/ 1366886 w 2432150"/>
              <a:gd name="connsiteY71" fmla="*/ 19473 h 1537188"/>
              <a:gd name="connsiteX72" fmla="*/ 1282045 w 2432150"/>
              <a:gd name="connsiteY72" fmla="*/ 28900 h 1537188"/>
              <a:gd name="connsiteX73" fmla="*/ 1225484 w 2432150"/>
              <a:gd name="connsiteY73" fmla="*/ 47753 h 1537188"/>
              <a:gd name="connsiteX74" fmla="*/ 1197204 w 2432150"/>
              <a:gd name="connsiteY74" fmla="*/ 57180 h 1537188"/>
              <a:gd name="connsiteX75" fmla="*/ 1131216 w 2432150"/>
              <a:gd name="connsiteY75" fmla="*/ 85461 h 1537188"/>
              <a:gd name="connsiteX76" fmla="*/ 1046375 w 2432150"/>
              <a:gd name="connsiteY76" fmla="*/ 94887 h 1537188"/>
              <a:gd name="connsiteX77" fmla="*/ 989814 w 2432150"/>
              <a:gd name="connsiteY77" fmla="*/ 113741 h 1537188"/>
              <a:gd name="connsiteX78" fmla="*/ 895546 w 2432150"/>
              <a:gd name="connsiteY78" fmla="*/ 132595 h 1537188"/>
              <a:gd name="connsiteX79" fmla="*/ 838985 w 2432150"/>
              <a:gd name="connsiteY79" fmla="*/ 151448 h 1537188"/>
              <a:gd name="connsiteX80" fmla="*/ 754144 w 2432150"/>
              <a:gd name="connsiteY80" fmla="*/ 170302 h 1537188"/>
              <a:gd name="connsiteX81" fmla="*/ 716437 w 2432150"/>
              <a:gd name="connsiteY81" fmla="*/ 179729 h 1537188"/>
              <a:gd name="connsiteX82" fmla="*/ 688156 w 2432150"/>
              <a:gd name="connsiteY82" fmla="*/ 189155 h 1537188"/>
              <a:gd name="connsiteX83" fmla="*/ 641022 w 2432150"/>
              <a:gd name="connsiteY83" fmla="*/ 198582 h 1537188"/>
              <a:gd name="connsiteX84" fmla="*/ 612742 w 2432150"/>
              <a:gd name="connsiteY84" fmla="*/ 208009 h 1537188"/>
              <a:gd name="connsiteX85" fmla="*/ 575035 w 2432150"/>
              <a:gd name="connsiteY85" fmla="*/ 217436 h 1537188"/>
              <a:gd name="connsiteX86" fmla="*/ 546754 w 2432150"/>
              <a:gd name="connsiteY86" fmla="*/ 226863 h 1537188"/>
              <a:gd name="connsiteX87" fmla="*/ 414779 w 2432150"/>
              <a:gd name="connsiteY87" fmla="*/ 264570 h 1537188"/>
              <a:gd name="connsiteX88" fmla="*/ 311084 w 2432150"/>
              <a:gd name="connsiteY88" fmla="*/ 292850 h 1537188"/>
              <a:gd name="connsiteX89" fmla="*/ 263950 w 2432150"/>
              <a:gd name="connsiteY89" fmla="*/ 311704 h 1537188"/>
              <a:gd name="connsiteX90" fmla="*/ 207389 w 2432150"/>
              <a:gd name="connsiteY90" fmla="*/ 330557 h 1537188"/>
              <a:gd name="connsiteX91" fmla="*/ 141402 w 2432150"/>
              <a:gd name="connsiteY91" fmla="*/ 358838 h 1537188"/>
              <a:gd name="connsiteX92" fmla="*/ 113121 w 2432150"/>
              <a:gd name="connsiteY92" fmla="*/ 387118 h 1537188"/>
              <a:gd name="connsiteX93" fmla="*/ 47134 w 2432150"/>
              <a:gd name="connsiteY93" fmla="*/ 424825 h 1537188"/>
              <a:gd name="connsiteX94" fmla="*/ 0 w 2432150"/>
              <a:gd name="connsiteY94" fmla="*/ 481386 h 1537188"/>
              <a:gd name="connsiteX95" fmla="*/ 18853 w 2432150"/>
              <a:gd name="connsiteY95" fmla="*/ 585081 h 1537188"/>
              <a:gd name="connsiteX96" fmla="*/ 56560 w 2432150"/>
              <a:gd name="connsiteY96" fmla="*/ 651069 h 1537188"/>
              <a:gd name="connsiteX97" fmla="*/ 75414 w 2432150"/>
              <a:gd name="connsiteY97" fmla="*/ 707630 h 1537188"/>
              <a:gd name="connsiteX98" fmla="*/ 94268 w 2432150"/>
              <a:gd name="connsiteY98" fmla="*/ 735910 h 1537188"/>
              <a:gd name="connsiteX99" fmla="*/ 47134 w 2432150"/>
              <a:gd name="connsiteY99" fmla="*/ 679349 h 1537188"/>
              <a:gd name="connsiteX0" fmla="*/ 47134 w 2450526"/>
              <a:gd name="connsiteY0" fmla="*/ 679349 h 1537188"/>
              <a:gd name="connsiteX1" fmla="*/ 47134 w 2450526"/>
              <a:gd name="connsiteY1" fmla="*/ 679349 h 1537188"/>
              <a:gd name="connsiteX2" fmla="*/ 141402 w 2450526"/>
              <a:gd name="connsiteY2" fmla="*/ 745337 h 1537188"/>
              <a:gd name="connsiteX3" fmla="*/ 169682 w 2450526"/>
              <a:gd name="connsiteY3" fmla="*/ 764190 h 1537188"/>
              <a:gd name="connsiteX4" fmla="*/ 197963 w 2450526"/>
              <a:gd name="connsiteY4" fmla="*/ 783044 h 1537188"/>
              <a:gd name="connsiteX5" fmla="*/ 216816 w 2450526"/>
              <a:gd name="connsiteY5" fmla="*/ 811324 h 1537188"/>
              <a:gd name="connsiteX6" fmla="*/ 216816 w 2450526"/>
              <a:gd name="connsiteY6" fmla="*/ 1065848 h 1537188"/>
              <a:gd name="connsiteX7" fmla="*/ 207389 w 2450526"/>
              <a:gd name="connsiteY7" fmla="*/ 1094129 h 1537188"/>
              <a:gd name="connsiteX8" fmla="*/ 179109 w 2450526"/>
              <a:gd name="connsiteY8" fmla="*/ 1122409 h 1537188"/>
              <a:gd name="connsiteX9" fmla="*/ 150829 w 2450526"/>
              <a:gd name="connsiteY9" fmla="*/ 1188397 h 1537188"/>
              <a:gd name="connsiteX10" fmla="*/ 131975 w 2450526"/>
              <a:gd name="connsiteY10" fmla="*/ 1216677 h 1537188"/>
              <a:gd name="connsiteX11" fmla="*/ 150829 w 2450526"/>
              <a:gd name="connsiteY11" fmla="*/ 1386359 h 1537188"/>
              <a:gd name="connsiteX12" fmla="*/ 160255 w 2450526"/>
              <a:gd name="connsiteY12" fmla="*/ 1442920 h 1537188"/>
              <a:gd name="connsiteX13" fmla="*/ 197963 w 2450526"/>
              <a:gd name="connsiteY13" fmla="*/ 1527762 h 1537188"/>
              <a:gd name="connsiteX14" fmla="*/ 226243 w 2450526"/>
              <a:gd name="connsiteY14" fmla="*/ 1537188 h 1537188"/>
              <a:gd name="connsiteX15" fmla="*/ 348791 w 2450526"/>
              <a:gd name="connsiteY15" fmla="*/ 1527762 h 1537188"/>
              <a:gd name="connsiteX16" fmla="*/ 405352 w 2450526"/>
              <a:gd name="connsiteY16" fmla="*/ 1508908 h 1537188"/>
              <a:gd name="connsiteX17" fmla="*/ 461913 w 2450526"/>
              <a:gd name="connsiteY17" fmla="*/ 1490054 h 1537188"/>
              <a:gd name="connsiteX18" fmla="*/ 490193 w 2450526"/>
              <a:gd name="connsiteY18" fmla="*/ 1471201 h 1537188"/>
              <a:gd name="connsiteX19" fmla="*/ 575035 w 2450526"/>
              <a:gd name="connsiteY19" fmla="*/ 1461774 h 1537188"/>
              <a:gd name="connsiteX20" fmla="*/ 678730 w 2450526"/>
              <a:gd name="connsiteY20" fmla="*/ 1433494 h 1537188"/>
              <a:gd name="connsiteX21" fmla="*/ 735290 w 2450526"/>
              <a:gd name="connsiteY21" fmla="*/ 1414640 h 1537188"/>
              <a:gd name="connsiteX22" fmla="*/ 791851 w 2450526"/>
              <a:gd name="connsiteY22" fmla="*/ 1405213 h 1537188"/>
              <a:gd name="connsiteX23" fmla="*/ 914400 w 2450526"/>
              <a:gd name="connsiteY23" fmla="*/ 1386359 h 1537188"/>
              <a:gd name="connsiteX24" fmla="*/ 999241 w 2450526"/>
              <a:gd name="connsiteY24" fmla="*/ 1358079 h 1537188"/>
              <a:gd name="connsiteX25" fmla="*/ 1112363 w 2450526"/>
              <a:gd name="connsiteY25" fmla="*/ 1339225 h 1537188"/>
              <a:gd name="connsiteX26" fmla="*/ 1338606 w 2450526"/>
              <a:gd name="connsiteY26" fmla="*/ 1348652 h 1537188"/>
              <a:gd name="connsiteX27" fmla="*/ 1366886 w 2450526"/>
              <a:gd name="connsiteY27" fmla="*/ 1358079 h 1537188"/>
              <a:gd name="connsiteX28" fmla="*/ 1404593 w 2450526"/>
              <a:gd name="connsiteY28" fmla="*/ 1386359 h 1537188"/>
              <a:gd name="connsiteX29" fmla="*/ 1432874 w 2450526"/>
              <a:gd name="connsiteY29" fmla="*/ 1395786 h 1537188"/>
              <a:gd name="connsiteX30" fmla="*/ 1480008 w 2450526"/>
              <a:gd name="connsiteY30" fmla="*/ 1414640 h 1537188"/>
              <a:gd name="connsiteX31" fmla="*/ 1536569 w 2450526"/>
              <a:gd name="connsiteY31" fmla="*/ 1433494 h 1537188"/>
              <a:gd name="connsiteX32" fmla="*/ 1687398 w 2450526"/>
              <a:gd name="connsiteY32" fmla="*/ 1424067 h 1537188"/>
              <a:gd name="connsiteX33" fmla="*/ 1791092 w 2450526"/>
              <a:gd name="connsiteY33" fmla="*/ 1405213 h 1537188"/>
              <a:gd name="connsiteX34" fmla="*/ 1828800 w 2450526"/>
              <a:gd name="connsiteY34" fmla="*/ 1395786 h 1537188"/>
              <a:gd name="connsiteX35" fmla="*/ 1885360 w 2450526"/>
              <a:gd name="connsiteY35" fmla="*/ 1376933 h 1537188"/>
              <a:gd name="connsiteX36" fmla="*/ 1913641 w 2450526"/>
              <a:gd name="connsiteY36" fmla="*/ 1358079 h 1537188"/>
              <a:gd name="connsiteX37" fmla="*/ 1941921 w 2450526"/>
              <a:gd name="connsiteY37" fmla="*/ 1348652 h 1537188"/>
              <a:gd name="connsiteX38" fmla="*/ 1989055 w 2450526"/>
              <a:gd name="connsiteY38" fmla="*/ 1329799 h 1537188"/>
              <a:gd name="connsiteX39" fmla="*/ 2073897 w 2450526"/>
              <a:gd name="connsiteY39" fmla="*/ 1301518 h 1537188"/>
              <a:gd name="connsiteX40" fmla="*/ 2130457 w 2450526"/>
              <a:gd name="connsiteY40" fmla="*/ 1263811 h 1537188"/>
              <a:gd name="connsiteX41" fmla="*/ 2158738 w 2450526"/>
              <a:gd name="connsiteY41" fmla="*/ 1254384 h 1537188"/>
              <a:gd name="connsiteX42" fmla="*/ 2215299 w 2450526"/>
              <a:gd name="connsiteY42" fmla="*/ 1207250 h 1537188"/>
              <a:gd name="connsiteX43" fmla="*/ 2234152 w 2450526"/>
              <a:gd name="connsiteY43" fmla="*/ 1178970 h 1537188"/>
              <a:gd name="connsiteX44" fmla="*/ 2262433 w 2450526"/>
              <a:gd name="connsiteY44" fmla="*/ 1169543 h 1537188"/>
              <a:gd name="connsiteX45" fmla="*/ 2309567 w 2450526"/>
              <a:gd name="connsiteY45" fmla="*/ 1131836 h 1537188"/>
              <a:gd name="connsiteX46" fmla="*/ 2347274 w 2450526"/>
              <a:gd name="connsiteY46" fmla="*/ 1065848 h 1537188"/>
              <a:gd name="connsiteX47" fmla="*/ 2366128 w 2450526"/>
              <a:gd name="connsiteY47" fmla="*/ 1037568 h 1537188"/>
              <a:gd name="connsiteX48" fmla="*/ 2384981 w 2450526"/>
              <a:gd name="connsiteY48" fmla="*/ 999861 h 1537188"/>
              <a:gd name="connsiteX49" fmla="*/ 2394408 w 2450526"/>
              <a:gd name="connsiteY49" fmla="*/ 971580 h 1537188"/>
              <a:gd name="connsiteX50" fmla="*/ 2413262 w 2450526"/>
              <a:gd name="connsiteY50" fmla="*/ 943300 h 1537188"/>
              <a:gd name="connsiteX51" fmla="*/ 2432115 w 2450526"/>
              <a:gd name="connsiteY51" fmla="*/ 849032 h 1537188"/>
              <a:gd name="connsiteX52" fmla="*/ 2422688 w 2450526"/>
              <a:gd name="connsiteY52" fmla="*/ 764190 h 1537188"/>
              <a:gd name="connsiteX53" fmla="*/ 2092751 w 2450526"/>
              <a:gd name="connsiteY53" fmla="*/ 952727 h 1537188"/>
              <a:gd name="connsiteX54" fmla="*/ 2337847 w 2450526"/>
              <a:gd name="connsiteY54" fmla="*/ 707630 h 1537188"/>
              <a:gd name="connsiteX55" fmla="*/ 2243579 w 2450526"/>
              <a:gd name="connsiteY55" fmla="*/ 622788 h 1537188"/>
              <a:gd name="connsiteX56" fmla="*/ 2102177 w 2450526"/>
              <a:gd name="connsiteY56" fmla="*/ 594508 h 1537188"/>
              <a:gd name="connsiteX57" fmla="*/ 2092750 w 2450526"/>
              <a:gd name="connsiteY57" fmla="*/ 566228 h 1537188"/>
              <a:gd name="connsiteX58" fmla="*/ 2045616 w 2450526"/>
              <a:gd name="connsiteY58" fmla="*/ 509667 h 1537188"/>
              <a:gd name="connsiteX59" fmla="*/ 2026763 w 2450526"/>
              <a:gd name="connsiteY59" fmla="*/ 481386 h 1537188"/>
              <a:gd name="connsiteX60" fmla="*/ 2017336 w 2450526"/>
              <a:gd name="connsiteY60" fmla="*/ 226863 h 1537188"/>
              <a:gd name="connsiteX61" fmla="*/ 1998482 w 2450526"/>
              <a:gd name="connsiteY61" fmla="*/ 198582 h 1537188"/>
              <a:gd name="connsiteX62" fmla="*/ 1989055 w 2450526"/>
              <a:gd name="connsiteY62" fmla="*/ 170302 h 1537188"/>
              <a:gd name="connsiteX63" fmla="*/ 1941921 w 2450526"/>
              <a:gd name="connsiteY63" fmla="*/ 113741 h 1537188"/>
              <a:gd name="connsiteX64" fmla="*/ 1904214 w 2450526"/>
              <a:gd name="connsiteY64" fmla="*/ 104314 h 1537188"/>
              <a:gd name="connsiteX65" fmla="*/ 1875934 w 2450526"/>
              <a:gd name="connsiteY65" fmla="*/ 94887 h 1537188"/>
              <a:gd name="connsiteX66" fmla="*/ 1809946 w 2450526"/>
              <a:gd name="connsiteY66" fmla="*/ 57180 h 1537188"/>
              <a:gd name="connsiteX67" fmla="*/ 1762812 w 2450526"/>
              <a:gd name="connsiteY67" fmla="*/ 47753 h 1537188"/>
              <a:gd name="connsiteX68" fmla="*/ 1659117 w 2450526"/>
              <a:gd name="connsiteY68" fmla="*/ 28900 h 1537188"/>
              <a:gd name="connsiteX69" fmla="*/ 1611983 w 2450526"/>
              <a:gd name="connsiteY69" fmla="*/ 10046 h 1537188"/>
              <a:gd name="connsiteX70" fmla="*/ 1404593 w 2450526"/>
              <a:gd name="connsiteY70" fmla="*/ 10046 h 1537188"/>
              <a:gd name="connsiteX71" fmla="*/ 1366886 w 2450526"/>
              <a:gd name="connsiteY71" fmla="*/ 19473 h 1537188"/>
              <a:gd name="connsiteX72" fmla="*/ 1282045 w 2450526"/>
              <a:gd name="connsiteY72" fmla="*/ 28900 h 1537188"/>
              <a:gd name="connsiteX73" fmla="*/ 1225484 w 2450526"/>
              <a:gd name="connsiteY73" fmla="*/ 47753 h 1537188"/>
              <a:gd name="connsiteX74" fmla="*/ 1197204 w 2450526"/>
              <a:gd name="connsiteY74" fmla="*/ 57180 h 1537188"/>
              <a:gd name="connsiteX75" fmla="*/ 1131216 w 2450526"/>
              <a:gd name="connsiteY75" fmla="*/ 85461 h 1537188"/>
              <a:gd name="connsiteX76" fmla="*/ 1046375 w 2450526"/>
              <a:gd name="connsiteY76" fmla="*/ 94887 h 1537188"/>
              <a:gd name="connsiteX77" fmla="*/ 989814 w 2450526"/>
              <a:gd name="connsiteY77" fmla="*/ 113741 h 1537188"/>
              <a:gd name="connsiteX78" fmla="*/ 895546 w 2450526"/>
              <a:gd name="connsiteY78" fmla="*/ 132595 h 1537188"/>
              <a:gd name="connsiteX79" fmla="*/ 838985 w 2450526"/>
              <a:gd name="connsiteY79" fmla="*/ 151448 h 1537188"/>
              <a:gd name="connsiteX80" fmla="*/ 754144 w 2450526"/>
              <a:gd name="connsiteY80" fmla="*/ 170302 h 1537188"/>
              <a:gd name="connsiteX81" fmla="*/ 716437 w 2450526"/>
              <a:gd name="connsiteY81" fmla="*/ 179729 h 1537188"/>
              <a:gd name="connsiteX82" fmla="*/ 688156 w 2450526"/>
              <a:gd name="connsiteY82" fmla="*/ 189155 h 1537188"/>
              <a:gd name="connsiteX83" fmla="*/ 641022 w 2450526"/>
              <a:gd name="connsiteY83" fmla="*/ 198582 h 1537188"/>
              <a:gd name="connsiteX84" fmla="*/ 612742 w 2450526"/>
              <a:gd name="connsiteY84" fmla="*/ 208009 h 1537188"/>
              <a:gd name="connsiteX85" fmla="*/ 575035 w 2450526"/>
              <a:gd name="connsiteY85" fmla="*/ 217436 h 1537188"/>
              <a:gd name="connsiteX86" fmla="*/ 546754 w 2450526"/>
              <a:gd name="connsiteY86" fmla="*/ 226863 h 1537188"/>
              <a:gd name="connsiteX87" fmla="*/ 414779 w 2450526"/>
              <a:gd name="connsiteY87" fmla="*/ 264570 h 1537188"/>
              <a:gd name="connsiteX88" fmla="*/ 311084 w 2450526"/>
              <a:gd name="connsiteY88" fmla="*/ 292850 h 1537188"/>
              <a:gd name="connsiteX89" fmla="*/ 263950 w 2450526"/>
              <a:gd name="connsiteY89" fmla="*/ 311704 h 1537188"/>
              <a:gd name="connsiteX90" fmla="*/ 207389 w 2450526"/>
              <a:gd name="connsiteY90" fmla="*/ 330557 h 1537188"/>
              <a:gd name="connsiteX91" fmla="*/ 141402 w 2450526"/>
              <a:gd name="connsiteY91" fmla="*/ 358838 h 1537188"/>
              <a:gd name="connsiteX92" fmla="*/ 113121 w 2450526"/>
              <a:gd name="connsiteY92" fmla="*/ 387118 h 1537188"/>
              <a:gd name="connsiteX93" fmla="*/ 47134 w 2450526"/>
              <a:gd name="connsiteY93" fmla="*/ 424825 h 1537188"/>
              <a:gd name="connsiteX94" fmla="*/ 0 w 2450526"/>
              <a:gd name="connsiteY94" fmla="*/ 481386 h 1537188"/>
              <a:gd name="connsiteX95" fmla="*/ 18853 w 2450526"/>
              <a:gd name="connsiteY95" fmla="*/ 585081 h 1537188"/>
              <a:gd name="connsiteX96" fmla="*/ 56560 w 2450526"/>
              <a:gd name="connsiteY96" fmla="*/ 651069 h 1537188"/>
              <a:gd name="connsiteX97" fmla="*/ 75414 w 2450526"/>
              <a:gd name="connsiteY97" fmla="*/ 707630 h 1537188"/>
              <a:gd name="connsiteX98" fmla="*/ 94268 w 2450526"/>
              <a:gd name="connsiteY98" fmla="*/ 735910 h 1537188"/>
              <a:gd name="connsiteX99" fmla="*/ 47134 w 2450526"/>
              <a:gd name="connsiteY99" fmla="*/ 679349 h 1537188"/>
              <a:gd name="connsiteX0" fmla="*/ 47134 w 2423329"/>
              <a:gd name="connsiteY0" fmla="*/ 679349 h 1537188"/>
              <a:gd name="connsiteX1" fmla="*/ 47134 w 2423329"/>
              <a:gd name="connsiteY1" fmla="*/ 679349 h 1537188"/>
              <a:gd name="connsiteX2" fmla="*/ 141402 w 2423329"/>
              <a:gd name="connsiteY2" fmla="*/ 745337 h 1537188"/>
              <a:gd name="connsiteX3" fmla="*/ 169682 w 2423329"/>
              <a:gd name="connsiteY3" fmla="*/ 764190 h 1537188"/>
              <a:gd name="connsiteX4" fmla="*/ 197963 w 2423329"/>
              <a:gd name="connsiteY4" fmla="*/ 783044 h 1537188"/>
              <a:gd name="connsiteX5" fmla="*/ 216816 w 2423329"/>
              <a:gd name="connsiteY5" fmla="*/ 811324 h 1537188"/>
              <a:gd name="connsiteX6" fmla="*/ 216816 w 2423329"/>
              <a:gd name="connsiteY6" fmla="*/ 1065848 h 1537188"/>
              <a:gd name="connsiteX7" fmla="*/ 207389 w 2423329"/>
              <a:gd name="connsiteY7" fmla="*/ 1094129 h 1537188"/>
              <a:gd name="connsiteX8" fmla="*/ 179109 w 2423329"/>
              <a:gd name="connsiteY8" fmla="*/ 1122409 h 1537188"/>
              <a:gd name="connsiteX9" fmla="*/ 150829 w 2423329"/>
              <a:gd name="connsiteY9" fmla="*/ 1188397 h 1537188"/>
              <a:gd name="connsiteX10" fmla="*/ 131975 w 2423329"/>
              <a:gd name="connsiteY10" fmla="*/ 1216677 h 1537188"/>
              <a:gd name="connsiteX11" fmla="*/ 150829 w 2423329"/>
              <a:gd name="connsiteY11" fmla="*/ 1386359 h 1537188"/>
              <a:gd name="connsiteX12" fmla="*/ 160255 w 2423329"/>
              <a:gd name="connsiteY12" fmla="*/ 1442920 h 1537188"/>
              <a:gd name="connsiteX13" fmla="*/ 197963 w 2423329"/>
              <a:gd name="connsiteY13" fmla="*/ 1527762 h 1537188"/>
              <a:gd name="connsiteX14" fmla="*/ 226243 w 2423329"/>
              <a:gd name="connsiteY14" fmla="*/ 1537188 h 1537188"/>
              <a:gd name="connsiteX15" fmla="*/ 348791 w 2423329"/>
              <a:gd name="connsiteY15" fmla="*/ 1527762 h 1537188"/>
              <a:gd name="connsiteX16" fmla="*/ 405352 w 2423329"/>
              <a:gd name="connsiteY16" fmla="*/ 1508908 h 1537188"/>
              <a:gd name="connsiteX17" fmla="*/ 461913 w 2423329"/>
              <a:gd name="connsiteY17" fmla="*/ 1490054 h 1537188"/>
              <a:gd name="connsiteX18" fmla="*/ 490193 w 2423329"/>
              <a:gd name="connsiteY18" fmla="*/ 1471201 h 1537188"/>
              <a:gd name="connsiteX19" fmla="*/ 575035 w 2423329"/>
              <a:gd name="connsiteY19" fmla="*/ 1461774 h 1537188"/>
              <a:gd name="connsiteX20" fmla="*/ 678730 w 2423329"/>
              <a:gd name="connsiteY20" fmla="*/ 1433494 h 1537188"/>
              <a:gd name="connsiteX21" fmla="*/ 735290 w 2423329"/>
              <a:gd name="connsiteY21" fmla="*/ 1414640 h 1537188"/>
              <a:gd name="connsiteX22" fmla="*/ 791851 w 2423329"/>
              <a:gd name="connsiteY22" fmla="*/ 1405213 h 1537188"/>
              <a:gd name="connsiteX23" fmla="*/ 914400 w 2423329"/>
              <a:gd name="connsiteY23" fmla="*/ 1386359 h 1537188"/>
              <a:gd name="connsiteX24" fmla="*/ 999241 w 2423329"/>
              <a:gd name="connsiteY24" fmla="*/ 1358079 h 1537188"/>
              <a:gd name="connsiteX25" fmla="*/ 1112363 w 2423329"/>
              <a:gd name="connsiteY25" fmla="*/ 1339225 h 1537188"/>
              <a:gd name="connsiteX26" fmla="*/ 1338606 w 2423329"/>
              <a:gd name="connsiteY26" fmla="*/ 1348652 h 1537188"/>
              <a:gd name="connsiteX27" fmla="*/ 1366886 w 2423329"/>
              <a:gd name="connsiteY27" fmla="*/ 1358079 h 1537188"/>
              <a:gd name="connsiteX28" fmla="*/ 1404593 w 2423329"/>
              <a:gd name="connsiteY28" fmla="*/ 1386359 h 1537188"/>
              <a:gd name="connsiteX29" fmla="*/ 1432874 w 2423329"/>
              <a:gd name="connsiteY29" fmla="*/ 1395786 h 1537188"/>
              <a:gd name="connsiteX30" fmla="*/ 1480008 w 2423329"/>
              <a:gd name="connsiteY30" fmla="*/ 1414640 h 1537188"/>
              <a:gd name="connsiteX31" fmla="*/ 1536569 w 2423329"/>
              <a:gd name="connsiteY31" fmla="*/ 1433494 h 1537188"/>
              <a:gd name="connsiteX32" fmla="*/ 1687398 w 2423329"/>
              <a:gd name="connsiteY32" fmla="*/ 1424067 h 1537188"/>
              <a:gd name="connsiteX33" fmla="*/ 1791092 w 2423329"/>
              <a:gd name="connsiteY33" fmla="*/ 1405213 h 1537188"/>
              <a:gd name="connsiteX34" fmla="*/ 1828800 w 2423329"/>
              <a:gd name="connsiteY34" fmla="*/ 1395786 h 1537188"/>
              <a:gd name="connsiteX35" fmla="*/ 1885360 w 2423329"/>
              <a:gd name="connsiteY35" fmla="*/ 1376933 h 1537188"/>
              <a:gd name="connsiteX36" fmla="*/ 1913641 w 2423329"/>
              <a:gd name="connsiteY36" fmla="*/ 1358079 h 1537188"/>
              <a:gd name="connsiteX37" fmla="*/ 1941921 w 2423329"/>
              <a:gd name="connsiteY37" fmla="*/ 1348652 h 1537188"/>
              <a:gd name="connsiteX38" fmla="*/ 1989055 w 2423329"/>
              <a:gd name="connsiteY38" fmla="*/ 1329799 h 1537188"/>
              <a:gd name="connsiteX39" fmla="*/ 2073897 w 2423329"/>
              <a:gd name="connsiteY39" fmla="*/ 1301518 h 1537188"/>
              <a:gd name="connsiteX40" fmla="*/ 2130457 w 2423329"/>
              <a:gd name="connsiteY40" fmla="*/ 1263811 h 1537188"/>
              <a:gd name="connsiteX41" fmla="*/ 2158738 w 2423329"/>
              <a:gd name="connsiteY41" fmla="*/ 1254384 h 1537188"/>
              <a:gd name="connsiteX42" fmla="*/ 2215299 w 2423329"/>
              <a:gd name="connsiteY42" fmla="*/ 1207250 h 1537188"/>
              <a:gd name="connsiteX43" fmla="*/ 2234152 w 2423329"/>
              <a:gd name="connsiteY43" fmla="*/ 1178970 h 1537188"/>
              <a:gd name="connsiteX44" fmla="*/ 2262433 w 2423329"/>
              <a:gd name="connsiteY44" fmla="*/ 1169543 h 1537188"/>
              <a:gd name="connsiteX45" fmla="*/ 2309567 w 2423329"/>
              <a:gd name="connsiteY45" fmla="*/ 1131836 h 1537188"/>
              <a:gd name="connsiteX46" fmla="*/ 2347274 w 2423329"/>
              <a:gd name="connsiteY46" fmla="*/ 1065848 h 1537188"/>
              <a:gd name="connsiteX47" fmla="*/ 2366128 w 2423329"/>
              <a:gd name="connsiteY47" fmla="*/ 1037568 h 1537188"/>
              <a:gd name="connsiteX48" fmla="*/ 2384981 w 2423329"/>
              <a:gd name="connsiteY48" fmla="*/ 999861 h 1537188"/>
              <a:gd name="connsiteX49" fmla="*/ 2394408 w 2423329"/>
              <a:gd name="connsiteY49" fmla="*/ 971580 h 1537188"/>
              <a:gd name="connsiteX50" fmla="*/ 2413262 w 2423329"/>
              <a:gd name="connsiteY50" fmla="*/ 943300 h 1537188"/>
              <a:gd name="connsiteX51" fmla="*/ 1989055 w 2423329"/>
              <a:gd name="connsiteY51" fmla="*/ 1084702 h 1537188"/>
              <a:gd name="connsiteX52" fmla="*/ 2422688 w 2423329"/>
              <a:gd name="connsiteY52" fmla="*/ 764190 h 1537188"/>
              <a:gd name="connsiteX53" fmla="*/ 2092751 w 2423329"/>
              <a:gd name="connsiteY53" fmla="*/ 952727 h 1537188"/>
              <a:gd name="connsiteX54" fmla="*/ 2337847 w 2423329"/>
              <a:gd name="connsiteY54" fmla="*/ 707630 h 1537188"/>
              <a:gd name="connsiteX55" fmla="*/ 2243579 w 2423329"/>
              <a:gd name="connsiteY55" fmla="*/ 622788 h 1537188"/>
              <a:gd name="connsiteX56" fmla="*/ 2102177 w 2423329"/>
              <a:gd name="connsiteY56" fmla="*/ 594508 h 1537188"/>
              <a:gd name="connsiteX57" fmla="*/ 2092750 w 2423329"/>
              <a:gd name="connsiteY57" fmla="*/ 566228 h 1537188"/>
              <a:gd name="connsiteX58" fmla="*/ 2045616 w 2423329"/>
              <a:gd name="connsiteY58" fmla="*/ 509667 h 1537188"/>
              <a:gd name="connsiteX59" fmla="*/ 2026763 w 2423329"/>
              <a:gd name="connsiteY59" fmla="*/ 481386 h 1537188"/>
              <a:gd name="connsiteX60" fmla="*/ 2017336 w 2423329"/>
              <a:gd name="connsiteY60" fmla="*/ 226863 h 1537188"/>
              <a:gd name="connsiteX61" fmla="*/ 1998482 w 2423329"/>
              <a:gd name="connsiteY61" fmla="*/ 198582 h 1537188"/>
              <a:gd name="connsiteX62" fmla="*/ 1989055 w 2423329"/>
              <a:gd name="connsiteY62" fmla="*/ 170302 h 1537188"/>
              <a:gd name="connsiteX63" fmla="*/ 1941921 w 2423329"/>
              <a:gd name="connsiteY63" fmla="*/ 113741 h 1537188"/>
              <a:gd name="connsiteX64" fmla="*/ 1904214 w 2423329"/>
              <a:gd name="connsiteY64" fmla="*/ 104314 h 1537188"/>
              <a:gd name="connsiteX65" fmla="*/ 1875934 w 2423329"/>
              <a:gd name="connsiteY65" fmla="*/ 94887 h 1537188"/>
              <a:gd name="connsiteX66" fmla="*/ 1809946 w 2423329"/>
              <a:gd name="connsiteY66" fmla="*/ 57180 h 1537188"/>
              <a:gd name="connsiteX67" fmla="*/ 1762812 w 2423329"/>
              <a:gd name="connsiteY67" fmla="*/ 47753 h 1537188"/>
              <a:gd name="connsiteX68" fmla="*/ 1659117 w 2423329"/>
              <a:gd name="connsiteY68" fmla="*/ 28900 h 1537188"/>
              <a:gd name="connsiteX69" fmla="*/ 1611983 w 2423329"/>
              <a:gd name="connsiteY69" fmla="*/ 10046 h 1537188"/>
              <a:gd name="connsiteX70" fmla="*/ 1404593 w 2423329"/>
              <a:gd name="connsiteY70" fmla="*/ 10046 h 1537188"/>
              <a:gd name="connsiteX71" fmla="*/ 1366886 w 2423329"/>
              <a:gd name="connsiteY71" fmla="*/ 19473 h 1537188"/>
              <a:gd name="connsiteX72" fmla="*/ 1282045 w 2423329"/>
              <a:gd name="connsiteY72" fmla="*/ 28900 h 1537188"/>
              <a:gd name="connsiteX73" fmla="*/ 1225484 w 2423329"/>
              <a:gd name="connsiteY73" fmla="*/ 47753 h 1537188"/>
              <a:gd name="connsiteX74" fmla="*/ 1197204 w 2423329"/>
              <a:gd name="connsiteY74" fmla="*/ 57180 h 1537188"/>
              <a:gd name="connsiteX75" fmla="*/ 1131216 w 2423329"/>
              <a:gd name="connsiteY75" fmla="*/ 85461 h 1537188"/>
              <a:gd name="connsiteX76" fmla="*/ 1046375 w 2423329"/>
              <a:gd name="connsiteY76" fmla="*/ 94887 h 1537188"/>
              <a:gd name="connsiteX77" fmla="*/ 989814 w 2423329"/>
              <a:gd name="connsiteY77" fmla="*/ 113741 h 1537188"/>
              <a:gd name="connsiteX78" fmla="*/ 895546 w 2423329"/>
              <a:gd name="connsiteY78" fmla="*/ 132595 h 1537188"/>
              <a:gd name="connsiteX79" fmla="*/ 838985 w 2423329"/>
              <a:gd name="connsiteY79" fmla="*/ 151448 h 1537188"/>
              <a:gd name="connsiteX80" fmla="*/ 754144 w 2423329"/>
              <a:gd name="connsiteY80" fmla="*/ 170302 h 1537188"/>
              <a:gd name="connsiteX81" fmla="*/ 716437 w 2423329"/>
              <a:gd name="connsiteY81" fmla="*/ 179729 h 1537188"/>
              <a:gd name="connsiteX82" fmla="*/ 688156 w 2423329"/>
              <a:gd name="connsiteY82" fmla="*/ 189155 h 1537188"/>
              <a:gd name="connsiteX83" fmla="*/ 641022 w 2423329"/>
              <a:gd name="connsiteY83" fmla="*/ 198582 h 1537188"/>
              <a:gd name="connsiteX84" fmla="*/ 612742 w 2423329"/>
              <a:gd name="connsiteY84" fmla="*/ 208009 h 1537188"/>
              <a:gd name="connsiteX85" fmla="*/ 575035 w 2423329"/>
              <a:gd name="connsiteY85" fmla="*/ 217436 h 1537188"/>
              <a:gd name="connsiteX86" fmla="*/ 546754 w 2423329"/>
              <a:gd name="connsiteY86" fmla="*/ 226863 h 1537188"/>
              <a:gd name="connsiteX87" fmla="*/ 414779 w 2423329"/>
              <a:gd name="connsiteY87" fmla="*/ 264570 h 1537188"/>
              <a:gd name="connsiteX88" fmla="*/ 311084 w 2423329"/>
              <a:gd name="connsiteY88" fmla="*/ 292850 h 1537188"/>
              <a:gd name="connsiteX89" fmla="*/ 263950 w 2423329"/>
              <a:gd name="connsiteY89" fmla="*/ 311704 h 1537188"/>
              <a:gd name="connsiteX90" fmla="*/ 207389 w 2423329"/>
              <a:gd name="connsiteY90" fmla="*/ 330557 h 1537188"/>
              <a:gd name="connsiteX91" fmla="*/ 141402 w 2423329"/>
              <a:gd name="connsiteY91" fmla="*/ 358838 h 1537188"/>
              <a:gd name="connsiteX92" fmla="*/ 113121 w 2423329"/>
              <a:gd name="connsiteY92" fmla="*/ 387118 h 1537188"/>
              <a:gd name="connsiteX93" fmla="*/ 47134 w 2423329"/>
              <a:gd name="connsiteY93" fmla="*/ 424825 h 1537188"/>
              <a:gd name="connsiteX94" fmla="*/ 0 w 2423329"/>
              <a:gd name="connsiteY94" fmla="*/ 481386 h 1537188"/>
              <a:gd name="connsiteX95" fmla="*/ 18853 w 2423329"/>
              <a:gd name="connsiteY95" fmla="*/ 585081 h 1537188"/>
              <a:gd name="connsiteX96" fmla="*/ 56560 w 2423329"/>
              <a:gd name="connsiteY96" fmla="*/ 651069 h 1537188"/>
              <a:gd name="connsiteX97" fmla="*/ 75414 w 2423329"/>
              <a:gd name="connsiteY97" fmla="*/ 707630 h 1537188"/>
              <a:gd name="connsiteX98" fmla="*/ 94268 w 2423329"/>
              <a:gd name="connsiteY98" fmla="*/ 735910 h 1537188"/>
              <a:gd name="connsiteX99" fmla="*/ 47134 w 2423329"/>
              <a:gd name="connsiteY99" fmla="*/ 679349 h 1537188"/>
              <a:gd name="connsiteX0" fmla="*/ 47134 w 2423329"/>
              <a:gd name="connsiteY0" fmla="*/ 679349 h 1537188"/>
              <a:gd name="connsiteX1" fmla="*/ 47134 w 2423329"/>
              <a:gd name="connsiteY1" fmla="*/ 679349 h 1537188"/>
              <a:gd name="connsiteX2" fmla="*/ 141402 w 2423329"/>
              <a:gd name="connsiteY2" fmla="*/ 745337 h 1537188"/>
              <a:gd name="connsiteX3" fmla="*/ 169682 w 2423329"/>
              <a:gd name="connsiteY3" fmla="*/ 764190 h 1537188"/>
              <a:gd name="connsiteX4" fmla="*/ 197963 w 2423329"/>
              <a:gd name="connsiteY4" fmla="*/ 783044 h 1537188"/>
              <a:gd name="connsiteX5" fmla="*/ 216816 w 2423329"/>
              <a:gd name="connsiteY5" fmla="*/ 811324 h 1537188"/>
              <a:gd name="connsiteX6" fmla="*/ 216816 w 2423329"/>
              <a:gd name="connsiteY6" fmla="*/ 1065848 h 1537188"/>
              <a:gd name="connsiteX7" fmla="*/ 207389 w 2423329"/>
              <a:gd name="connsiteY7" fmla="*/ 1094129 h 1537188"/>
              <a:gd name="connsiteX8" fmla="*/ 179109 w 2423329"/>
              <a:gd name="connsiteY8" fmla="*/ 1122409 h 1537188"/>
              <a:gd name="connsiteX9" fmla="*/ 150829 w 2423329"/>
              <a:gd name="connsiteY9" fmla="*/ 1188397 h 1537188"/>
              <a:gd name="connsiteX10" fmla="*/ 131975 w 2423329"/>
              <a:gd name="connsiteY10" fmla="*/ 1216677 h 1537188"/>
              <a:gd name="connsiteX11" fmla="*/ 150829 w 2423329"/>
              <a:gd name="connsiteY11" fmla="*/ 1386359 h 1537188"/>
              <a:gd name="connsiteX12" fmla="*/ 160255 w 2423329"/>
              <a:gd name="connsiteY12" fmla="*/ 1442920 h 1537188"/>
              <a:gd name="connsiteX13" fmla="*/ 197963 w 2423329"/>
              <a:gd name="connsiteY13" fmla="*/ 1527762 h 1537188"/>
              <a:gd name="connsiteX14" fmla="*/ 226243 w 2423329"/>
              <a:gd name="connsiteY14" fmla="*/ 1537188 h 1537188"/>
              <a:gd name="connsiteX15" fmla="*/ 348791 w 2423329"/>
              <a:gd name="connsiteY15" fmla="*/ 1527762 h 1537188"/>
              <a:gd name="connsiteX16" fmla="*/ 405352 w 2423329"/>
              <a:gd name="connsiteY16" fmla="*/ 1508908 h 1537188"/>
              <a:gd name="connsiteX17" fmla="*/ 461913 w 2423329"/>
              <a:gd name="connsiteY17" fmla="*/ 1490054 h 1537188"/>
              <a:gd name="connsiteX18" fmla="*/ 490193 w 2423329"/>
              <a:gd name="connsiteY18" fmla="*/ 1471201 h 1537188"/>
              <a:gd name="connsiteX19" fmla="*/ 575035 w 2423329"/>
              <a:gd name="connsiteY19" fmla="*/ 1461774 h 1537188"/>
              <a:gd name="connsiteX20" fmla="*/ 678730 w 2423329"/>
              <a:gd name="connsiteY20" fmla="*/ 1433494 h 1537188"/>
              <a:gd name="connsiteX21" fmla="*/ 735290 w 2423329"/>
              <a:gd name="connsiteY21" fmla="*/ 1414640 h 1537188"/>
              <a:gd name="connsiteX22" fmla="*/ 791851 w 2423329"/>
              <a:gd name="connsiteY22" fmla="*/ 1405213 h 1537188"/>
              <a:gd name="connsiteX23" fmla="*/ 914400 w 2423329"/>
              <a:gd name="connsiteY23" fmla="*/ 1386359 h 1537188"/>
              <a:gd name="connsiteX24" fmla="*/ 999241 w 2423329"/>
              <a:gd name="connsiteY24" fmla="*/ 1358079 h 1537188"/>
              <a:gd name="connsiteX25" fmla="*/ 1112363 w 2423329"/>
              <a:gd name="connsiteY25" fmla="*/ 1339225 h 1537188"/>
              <a:gd name="connsiteX26" fmla="*/ 1338606 w 2423329"/>
              <a:gd name="connsiteY26" fmla="*/ 1348652 h 1537188"/>
              <a:gd name="connsiteX27" fmla="*/ 1366886 w 2423329"/>
              <a:gd name="connsiteY27" fmla="*/ 1358079 h 1537188"/>
              <a:gd name="connsiteX28" fmla="*/ 1404593 w 2423329"/>
              <a:gd name="connsiteY28" fmla="*/ 1386359 h 1537188"/>
              <a:gd name="connsiteX29" fmla="*/ 1432874 w 2423329"/>
              <a:gd name="connsiteY29" fmla="*/ 1395786 h 1537188"/>
              <a:gd name="connsiteX30" fmla="*/ 1480008 w 2423329"/>
              <a:gd name="connsiteY30" fmla="*/ 1414640 h 1537188"/>
              <a:gd name="connsiteX31" fmla="*/ 1536569 w 2423329"/>
              <a:gd name="connsiteY31" fmla="*/ 1433494 h 1537188"/>
              <a:gd name="connsiteX32" fmla="*/ 1687398 w 2423329"/>
              <a:gd name="connsiteY32" fmla="*/ 1424067 h 1537188"/>
              <a:gd name="connsiteX33" fmla="*/ 1791092 w 2423329"/>
              <a:gd name="connsiteY33" fmla="*/ 1405213 h 1537188"/>
              <a:gd name="connsiteX34" fmla="*/ 1828800 w 2423329"/>
              <a:gd name="connsiteY34" fmla="*/ 1395786 h 1537188"/>
              <a:gd name="connsiteX35" fmla="*/ 1885360 w 2423329"/>
              <a:gd name="connsiteY35" fmla="*/ 1376933 h 1537188"/>
              <a:gd name="connsiteX36" fmla="*/ 1913641 w 2423329"/>
              <a:gd name="connsiteY36" fmla="*/ 1358079 h 1537188"/>
              <a:gd name="connsiteX37" fmla="*/ 1941921 w 2423329"/>
              <a:gd name="connsiteY37" fmla="*/ 1348652 h 1537188"/>
              <a:gd name="connsiteX38" fmla="*/ 1989055 w 2423329"/>
              <a:gd name="connsiteY38" fmla="*/ 1329799 h 1537188"/>
              <a:gd name="connsiteX39" fmla="*/ 2073897 w 2423329"/>
              <a:gd name="connsiteY39" fmla="*/ 1301518 h 1537188"/>
              <a:gd name="connsiteX40" fmla="*/ 2130457 w 2423329"/>
              <a:gd name="connsiteY40" fmla="*/ 1263811 h 1537188"/>
              <a:gd name="connsiteX41" fmla="*/ 2158738 w 2423329"/>
              <a:gd name="connsiteY41" fmla="*/ 1254384 h 1537188"/>
              <a:gd name="connsiteX42" fmla="*/ 2215299 w 2423329"/>
              <a:gd name="connsiteY42" fmla="*/ 1207250 h 1537188"/>
              <a:gd name="connsiteX43" fmla="*/ 2234152 w 2423329"/>
              <a:gd name="connsiteY43" fmla="*/ 1178970 h 1537188"/>
              <a:gd name="connsiteX44" fmla="*/ 2262433 w 2423329"/>
              <a:gd name="connsiteY44" fmla="*/ 1169543 h 1537188"/>
              <a:gd name="connsiteX45" fmla="*/ 2309567 w 2423329"/>
              <a:gd name="connsiteY45" fmla="*/ 1131836 h 1537188"/>
              <a:gd name="connsiteX46" fmla="*/ 2347274 w 2423329"/>
              <a:gd name="connsiteY46" fmla="*/ 1065848 h 1537188"/>
              <a:gd name="connsiteX47" fmla="*/ 2366128 w 2423329"/>
              <a:gd name="connsiteY47" fmla="*/ 1037568 h 1537188"/>
              <a:gd name="connsiteX48" fmla="*/ 2384981 w 2423329"/>
              <a:gd name="connsiteY48" fmla="*/ 999861 h 1537188"/>
              <a:gd name="connsiteX49" fmla="*/ 1904214 w 2423329"/>
              <a:gd name="connsiteY49" fmla="*/ 1160116 h 1537188"/>
              <a:gd name="connsiteX50" fmla="*/ 2413262 w 2423329"/>
              <a:gd name="connsiteY50" fmla="*/ 943300 h 1537188"/>
              <a:gd name="connsiteX51" fmla="*/ 1989055 w 2423329"/>
              <a:gd name="connsiteY51" fmla="*/ 1084702 h 1537188"/>
              <a:gd name="connsiteX52" fmla="*/ 2422688 w 2423329"/>
              <a:gd name="connsiteY52" fmla="*/ 764190 h 1537188"/>
              <a:gd name="connsiteX53" fmla="*/ 2092751 w 2423329"/>
              <a:gd name="connsiteY53" fmla="*/ 952727 h 1537188"/>
              <a:gd name="connsiteX54" fmla="*/ 2337847 w 2423329"/>
              <a:gd name="connsiteY54" fmla="*/ 707630 h 1537188"/>
              <a:gd name="connsiteX55" fmla="*/ 2243579 w 2423329"/>
              <a:gd name="connsiteY55" fmla="*/ 622788 h 1537188"/>
              <a:gd name="connsiteX56" fmla="*/ 2102177 w 2423329"/>
              <a:gd name="connsiteY56" fmla="*/ 594508 h 1537188"/>
              <a:gd name="connsiteX57" fmla="*/ 2092750 w 2423329"/>
              <a:gd name="connsiteY57" fmla="*/ 566228 h 1537188"/>
              <a:gd name="connsiteX58" fmla="*/ 2045616 w 2423329"/>
              <a:gd name="connsiteY58" fmla="*/ 509667 h 1537188"/>
              <a:gd name="connsiteX59" fmla="*/ 2026763 w 2423329"/>
              <a:gd name="connsiteY59" fmla="*/ 481386 h 1537188"/>
              <a:gd name="connsiteX60" fmla="*/ 2017336 w 2423329"/>
              <a:gd name="connsiteY60" fmla="*/ 226863 h 1537188"/>
              <a:gd name="connsiteX61" fmla="*/ 1998482 w 2423329"/>
              <a:gd name="connsiteY61" fmla="*/ 198582 h 1537188"/>
              <a:gd name="connsiteX62" fmla="*/ 1989055 w 2423329"/>
              <a:gd name="connsiteY62" fmla="*/ 170302 h 1537188"/>
              <a:gd name="connsiteX63" fmla="*/ 1941921 w 2423329"/>
              <a:gd name="connsiteY63" fmla="*/ 113741 h 1537188"/>
              <a:gd name="connsiteX64" fmla="*/ 1904214 w 2423329"/>
              <a:gd name="connsiteY64" fmla="*/ 104314 h 1537188"/>
              <a:gd name="connsiteX65" fmla="*/ 1875934 w 2423329"/>
              <a:gd name="connsiteY65" fmla="*/ 94887 h 1537188"/>
              <a:gd name="connsiteX66" fmla="*/ 1809946 w 2423329"/>
              <a:gd name="connsiteY66" fmla="*/ 57180 h 1537188"/>
              <a:gd name="connsiteX67" fmla="*/ 1762812 w 2423329"/>
              <a:gd name="connsiteY67" fmla="*/ 47753 h 1537188"/>
              <a:gd name="connsiteX68" fmla="*/ 1659117 w 2423329"/>
              <a:gd name="connsiteY68" fmla="*/ 28900 h 1537188"/>
              <a:gd name="connsiteX69" fmla="*/ 1611983 w 2423329"/>
              <a:gd name="connsiteY69" fmla="*/ 10046 h 1537188"/>
              <a:gd name="connsiteX70" fmla="*/ 1404593 w 2423329"/>
              <a:gd name="connsiteY70" fmla="*/ 10046 h 1537188"/>
              <a:gd name="connsiteX71" fmla="*/ 1366886 w 2423329"/>
              <a:gd name="connsiteY71" fmla="*/ 19473 h 1537188"/>
              <a:gd name="connsiteX72" fmla="*/ 1282045 w 2423329"/>
              <a:gd name="connsiteY72" fmla="*/ 28900 h 1537188"/>
              <a:gd name="connsiteX73" fmla="*/ 1225484 w 2423329"/>
              <a:gd name="connsiteY73" fmla="*/ 47753 h 1537188"/>
              <a:gd name="connsiteX74" fmla="*/ 1197204 w 2423329"/>
              <a:gd name="connsiteY74" fmla="*/ 57180 h 1537188"/>
              <a:gd name="connsiteX75" fmla="*/ 1131216 w 2423329"/>
              <a:gd name="connsiteY75" fmla="*/ 85461 h 1537188"/>
              <a:gd name="connsiteX76" fmla="*/ 1046375 w 2423329"/>
              <a:gd name="connsiteY76" fmla="*/ 94887 h 1537188"/>
              <a:gd name="connsiteX77" fmla="*/ 989814 w 2423329"/>
              <a:gd name="connsiteY77" fmla="*/ 113741 h 1537188"/>
              <a:gd name="connsiteX78" fmla="*/ 895546 w 2423329"/>
              <a:gd name="connsiteY78" fmla="*/ 132595 h 1537188"/>
              <a:gd name="connsiteX79" fmla="*/ 838985 w 2423329"/>
              <a:gd name="connsiteY79" fmla="*/ 151448 h 1537188"/>
              <a:gd name="connsiteX80" fmla="*/ 754144 w 2423329"/>
              <a:gd name="connsiteY80" fmla="*/ 170302 h 1537188"/>
              <a:gd name="connsiteX81" fmla="*/ 716437 w 2423329"/>
              <a:gd name="connsiteY81" fmla="*/ 179729 h 1537188"/>
              <a:gd name="connsiteX82" fmla="*/ 688156 w 2423329"/>
              <a:gd name="connsiteY82" fmla="*/ 189155 h 1537188"/>
              <a:gd name="connsiteX83" fmla="*/ 641022 w 2423329"/>
              <a:gd name="connsiteY83" fmla="*/ 198582 h 1537188"/>
              <a:gd name="connsiteX84" fmla="*/ 612742 w 2423329"/>
              <a:gd name="connsiteY84" fmla="*/ 208009 h 1537188"/>
              <a:gd name="connsiteX85" fmla="*/ 575035 w 2423329"/>
              <a:gd name="connsiteY85" fmla="*/ 217436 h 1537188"/>
              <a:gd name="connsiteX86" fmla="*/ 546754 w 2423329"/>
              <a:gd name="connsiteY86" fmla="*/ 226863 h 1537188"/>
              <a:gd name="connsiteX87" fmla="*/ 414779 w 2423329"/>
              <a:gd name="connsiteY87" fmla="*/ 264570 h 1537188"/>
              <a:gd name="connsiteX88" fmla="*/ 311084 w 2423329"/>
              <a:gd name="connsiteY88" fmla="*/ 292850 h 1537188"/>
              <a:gd name="connsiteX89" fmla="*/ 263950 w 2423329"/>
              <a:gd name="connsiteY89" fmla="*/ 311704 h 1537188"/>
              <a:gd name="connsiteX90" fmla="*/ 207389 w 2423329"/>
              <a:gd name="connsiteY90" fmla="*/ 330557 h 1537188"/>
              <a:gd name="connsiteX91" fmla="*/ 141402 w 2423329"/>
              <a:gd name="connsiteY91" fmla="*/ 358838 h 1537188"/>
              <a:gd name="connsiteX92" fmla="*/ 113121 w 2423329"/>
              <a:gd name="connsiteY92" fmla="*/ 387118 h 1537188"/>
              <a:gd name="connsiteX93" fmla="*/ 47134 w 2423329"/>
              <a:gd name="connsiteY93" fmla="*/ 424825 h 1537188"/>
              <a:gd name="connsiteX94" fmla="*/ 0 w 2423329"/>
              <a:gd name="connsiteY94" fmla="*/ 481386 h 1537188"/>
              <a:gd name="connsiteX95" fmla="*/ 18853 w 2423329"/>
              <a:gd name="connsiteY95" fmla="*/ 585081 h 1537188"/>
              <a:gd name="connsiteX96" fmla="*/ 56560 w 2423329"/>
              <a:gd name="connsiteY96" fmla="*/ 651069 h 1537188"/>
              <a:gd name="connsiteX97" fmla="*/ 75414 w 2423329"/>
              <a:gd name="connsiteY97" fmla="*/ 707630 h 1537188"/>
              <a:gd name="connsiteX98" fmla="*/ 94268 w 2423329"/>
              <a:gd name="connsiteY98" fmla="*/ 735910 h 1537188"/>
              <a:gd name="connsiteX99" fmla="*/ 47134 w 2423329"/>
              <a:gd name="connsiteY99" fmla="*/ 679349 h 1537188"/>
              <a:gd name="connsiteX0" fmla="*/ 47134 w 2423329"/>
              <a:gd name="connsiteY0" fmla="*/ 679349 h 1537188"/>
              <a:gd name="connsiteX1" fmla="*/ 47134 w 2423329"/>
              <a:gd name="connsiteY1" fmla="*/ 679349 h 1537188"/>
              <a:gd name="connsiteX2" fmla="*/ 141402 w 2423329"/>
              <a:gd name="connsiteY2" fmla="*/ 745337 h 1537188"/>
              <a:gd name="connsiteX3" fmla="*/ 169682 w 2423329"/>
              <a:gd name="connsiteY3" fmla="*/ 764190 h 1537188"/>
              <a:gd name="connsiteX4" fmla="*/ 197963 w 2423329"/>
              <a:gd name="connsiteY4" fmla="*/ 783044 h 1537188"/>
              <a:gd name="connsiteX5" fmla="*/ 216816 w 2423329"/>
              <a:gd name="connsiteY5" fmla="*/ 811324 h 1537188"/>
              <a:gd name="connsiteX6" fmla="*/ 216816 w 2423329"/>
              <a:gd name="connsiteY6" fmla="*/ 1065848 h 1537188"/>
              <a:gd name="connsiteX7" fmla="*/ 207389 w 2423329"/>
              <a:gd name="connsiteY7" fmla="*/ 1094129 h 1537188"/>
              <a:gd name="connsiteX8" fmla="*/ 179109 w 2423329"/>
              <a:gd name="connsiteY8" fmla="*/ 1122409 h 1537188"/>
              <a:gd name="connsiteX9" fmla="*/ 150829 w 2423329"/>
              <a:gd name="connsiteY9" fmla="*/ 1188397 h 1537188"/>
              <a:gd name="connsiteX10" fmla="*/ 131975 w 2423329"/>
              <a:gd name="connsiteY10" fmla="*/ 1216677 h 1537188"/>
              <a:gd name="connsiteX11" fmla="*/ 150829 w 2423329"/>
              <a:gd name="connsiteY11" fmla="*/ 1386359 h 1537188"/>
              <a:gd name="connsiteX12" fmla="*/ 160255 w 2423329"/>
              <a:gd name="connsiteY12" fmla="*/ 1442920 h 1537188"/>
              <a:gd name="connsiteX13" fmla="*/ 197963 w 2423329"/>
              <a:gd name="connsiteY13" fmla="*/ 1527762 h 1537188"/>
              <a:gd name="connsiteX14" fmla="*/ 226243 w 2423329"/>
              <a:gd name="connsiteY14" fmla="*/ 1537188 h 1537188"/>
              <a:gd name="connsiteX15" fmla="*/ 348791 w 2423329"/>
              <a:gd name="connsiteY15" fmla="*/ 1527762 h 1537188"/>
              <a:gd name="connsiteX16" fmla="*/ 405352 w 2423329"/>
              <a:gd name="connsiteY16" fmla="*/ 1508908 h 1537188"/>
              <a:gd name="connsiteX17" fmla="*/ 461913 w 2423329"/>
              <a:gd name="connsiteY17" fmla="*/ 1490054 h 1537188"/>
              <a:gd name="connsiteX18" fmla="*/ 490193 w 2423329"/>
              <a:gd name="connsiteY18" fmla="*/ 1471201 h 1537188"/>
              <a:gd name="connsiteX19" fmla="*/ 575035 w 2423329"/>
              <a:gd name="connsiteY19" fmla="*/ 1461774 h 1537188"/>
              <a:gd name="connsiteX20" fmla="*/ 678730 w 2423329"/>
              <a:gd name="connsiteY20" fmla="*/ 1433494 h 1537188"/>
              <a:gd name="connsiteX21" fmla="*/ 735290 w 2423329"/>
              <a:gd name="connsiteY21" fmla="*/ 1414640 h 1537188"/>
              <a:gd name="connsiteX22" fmla="*/ 791851 w 2423329"/>
              <a:gd name="connsiteY22" fmla="*/ 1405213 h 1537188"/>
              <a:gd name="connsiteX23" fmla="*/ 914400 w 2423329"/>
              <a:gd name="connsiteY23" fmla="*/ 1386359 h 1537188"/>
              <a:gd name="connsiteX24" fmla="*/ 999241 w 2423329"/>
              <a:gd name="connsiteY24" fmla="*/ 1358079 h 1537188"/>
              <a:gd name="connsiteX25" fmla="*/ 1112363 w 2423329"/>
              <a:gd name="connsiteY25" fmla="*/ 1339225 h 1537188"/>
              <a:gd name="connsiteX26" fmla="*/ 1338606 w 2423329"/>
              <a:gd name="connsiteY26" fmla="*/ 1348652 h 1537188"/>
              <a:gd name="connsiteX27" fmla="*/ 1366886 w 2423329"/>
              <a:gd name="connsiteY27" fmla="*/ 1358079 h 1537188"/>
              <a:gd name="connsiteX28" fmla="*/ 1404593 w 2423329"/>
              <a:gd name="connsiteY28" fmla="*/ 1386359 h 1537188"/>
              <a:gd name="connsiteX29" fmla="*/ 1432874 w 2423329"/>
              <a:gd name="connsiteY29" fmla="*/ 1395786 h 1537188"/>
              <a:gd name="connsiteX30" fmla="*/ 1480008 w 2423329"/>
              <a:gd name="connsiteY30" fmla="*/ 1414640 h 1537188"/>
              <a:gd name="connsiteX31" fmla="*/ 1536569 w 2423329"/>
              <a:gd name="connsiteY31" fmla="*/ 1433494 h 1537188"/>
              <a:gd name="connsiteX32" fmla="*/ 1687398 w 2423329"/>
              <a:gd name="connsiteY32" fmla="*/ 1424067 h 1537188"/>
              <a:gd name="connsiteX33" fmla="*/ 1791092 w 2423329"/>
              <a:gd name="connsiteY33" fmla="*/ 1405213 h 1537188"/>
              <a:gd name="connsiteX34" fmla="*/ 1828800 w 2423329"/>
              <a:gd name="connsiteY34" fmla="*/ 1395786 h 1537188"/>
              <a:gd name="connsiteX35" fmla="*/ 1885360 w 2423329"/>
              <a:gd name="connsiteY35" fmla="*/ 1376933 h 1537188"/>
              <a:gd name="connsiteX36" fmla="*/ 1913641 w 2423329"/>
              <a:gd name="connsiteY36" fmla="*/ 1358079 h 1537188"/>
              <a:gd name="connsiteX37" fmla="*/ 1941921 w 2423329"/>
              <a:gd name="connsiteY37" fmla="*/ 1348652 h 1537188"/>
              <a:gd name="connsiteX38" fmla="*/ 1989055 w 2423329"/>
              <a:gd name="connsiteY38" fmla="*/ 1329799 h 1537188"/>
              <a:gd name="connsiteX39" fmla="*/ 2073897 w 2423329"/>
              <a:gd name="connsiteY39" fmla="*/ 1301518 h 1537188"/>
              <a:gd name="connsiteX40" fmla="*/ 2130457 w 2423329"/>
              <a:gd name="connsiteY40" fmla="*/ 1263811 h 1537188"/>
              <a:gd name="connsiteX41" fmla="*/ 2158738 w 2423329"/>
              <a:gd name="connsiteY41" fmla="*/ 1254384 h 1537188"/>
              <a:gd name="connsiteX42" fmla="*/ 2215299 w 2423329"/>
              <a:gd name="connsiteY42" fmla="*/ 1207250 h 1537188"/>
              <a:gd name="connsiteX43" fmla="*/ 2234152 w 2423329"/>
              <a:gd name="connsiteY43" fmla="*/ 1178970 h 1537188"/>
              <a:gd name="connsiteX44" fmla="*/ 2262433 w 2423329"/>
              <a:gd name="connsiteY44" fmla="*/ 1169543 h 1537188"/>
              <a:gd name="connsiteX45" fmla="*/ 2309567 w 2423329"/>
              <a:gd name="connsiteY45" fmla="*/ 1131836 h 1537188"/>
              <a:gd name="connsiteX46" fmla="*/ 2347274 w 2423329"/>
              <a:gd name="connsiteY46" fmla="*/ 1065848 h 1537188"/>
              <a:gd name="connsiteX47" fmla="*/ 2366128 w 2423329"/>
              <a:gd name="connsiteY47" fmla="*/ 1037568 h 1537188"/>
              <a:gd name="connsiteX48" fmla="*/ 2384981 w 2423329"/>
              <a:gd name="connsiteY48" fmla="*/ 999861 h 1537188"/>
              <a:gd name="connsiteX49" fmla="*/ 1904214 w 2423329"/>
              <a:gd name="connsiteY49" fmla="*/ 1160116 h 1537188"/>
              <a:gd name="connsiteX50" fmla="*/ 1989055 w 2423329"/>
              <a:gd name="connsiteY50" fmla="*/ 1084702 h 1537188"/>
              <a:gd name="connsiteX51" fmla="*/ 2422688 w 2423329"/>
              <a:gd name="connsiteY51" fmla="*/ 764190 h 1537188"/>
              <a:gd name="connsiteX52" fmla="*/ 2092751 w 2423329"/>
              <a:gd name="connsiteY52" fmla="*/ 952727 h 1537188"/>
              <a:gd name="connsiteX53" fmla="*/ 2337847 w 2423329"/>
              <a:gd name="connsiteY53" fmla="*/ 707630 h 1537188"/>
              <a:gd name="connsiteX54" fmla="*/ 2243579 w 2423329"/>
              <a:gd name="connsiteY54" fmla="*/ 622788 h 1537188"/>
              <a:gd name="connsiteX55" fmla="*/ 2102177 w 2423329"/>
              <a:gd name="connsiteY55" fmla="*/ 594508 h 1537188"/>
              <a:gd name="connsiteX56" fmla="*/ 2092750 w 2423329"/>
              <a:gd name="connsiteY56" fmla="*/ 566228 h 1537188"/>
              <a:gd name="connsiteX57" fmla="*/ 2045616 w 2423329"/>
              <a:gd name="connsiteY57" fmla="*/ 509667 h 1537188"/>
              <a:gd name="connsiteX58" fmla="*/ 2026763 w 2423329"/>
              <a:gd name="connsiteY58" fmla="*/ 481386 h 1537188"/>
              <a:gd name="connsiteX59" fmla="*/ 2017336 w 2423329"/>
              <a:gd name="connsiteY59" fmla="*/ 226863 h 1537188"/>
              <a:gd name="connsiteX60" fmla="*/ 1998482 w 2423329"/>
              <a:gd name="connsiteY60" fmla="*/ 198582 h 1537188"/>
              <a:gd name="connsiteX61" fmla="*/ 1989055 w 2423329"/>
              <a:gd name="connsiteY61" fmla="*/ 170302 h 1537188"/>
              <a:gd name="connsiteX62" fmla="*/ 1941921 w 2423329"/>
              <a:gd name="connsiteY62" fmla="*/ 113741 h 1537188"/>
              <a:gd name="connsiteX63" fmla="*/ 1904214 w 2423329"/>
              <a:gd name="connsiteY63" fmla="*/ 104314 h 1537188"/>
              <a:gd name="connsiteX64" fmla="*/ 1875934 w 2423329"/>
              <a:gd name="connsiteY64" fmla="*/ 94887 h 1537188"/>
              <a:gd name="connsiteX65" fmla="*/ 1809946 w 2423329"/>
              <a:gd name="connsiteY65" fmla="*/ 57180 h 1537188"/>
              <a:gd name="connsiteX66" fmla="*/ 1762812 w 2423329"/>
              <a:gd name="connsiteY66" fmla="*/ 47753 h 1537188"/>
              <a:gd name="connsiteX67" fmla="*/ 1659117 w 2423329"/>
              <a:gd name="connsiteY67" fmla="*/ 28900 h 1537188"/>
              <a:gd name="connsiteX68" fmla="*/ 1611983 w 2423329"/>
              <a:gd name="connsiteY68" fmla="*/ 10046 h 1537188"/>
              <a:gd name="connsiteX69" fmla="*/ 1404593 w 2423329"/>
              <a:gd name="connsiteY69" fmla="*/ 10046 h 1537188"/>
              <a:gd name="connsiteX70" fmla="*/ 1366886 w 2423329"/>
              <a:gd name="connsiteY70" fmla="*/ 19473 h 1537188"/>
              <a:gd name="connsiteX71" fmla="*/ 1282045 w 2423329"/>
              <a:gd name="connsiteY71" fmla="*/ 28900 h 1537188"/>
              <a:gd name="connsiteX72" fmla="*/ 1225484 w 2423329"/>
              <a:gd name="connsiteY72" fmla="*/ 47753 h 1537188"/>
              <a:gd name="connsiteX73" fmla="*/ 1197204 w 2423329"/>
              <a:gd name="connsiteY73" fmla="*/ 57180 h 1537188"/>
              <a:gd name="connsiteX74" fmla="*/ 1131216 w 2423329"/>
              <a:gd name="connsiteY74" fmla="*/ 85461 h 1537188"/>
              <a:gd name="connsiteX75" fmla="*/ 1046375 w 2423329"/>
              <a:gd name="connsiteY75" fmla="*/ 94887 h 1537188"/>
              <a:gd name="connsiteX76" fmla="*/ 989814 w 2423329"/>
              <a:gd name="connsiteY76" fmla="*/ 113741 h 1537188"/>
              <a:gd name="connsiteX77" fmla="*/ 895546 w 2423329"/>
              <a:gd name="connsiteY77" fmla="*/ 132595 h 1537188"/>
              <a:gd name="connsiteX78" fmla="*/ 838985 w 2423329"/>
              <a:gd name="connsiteY78" fmla="*/ 151448 h 1537188"/>
              <a:gd name="connsiteX79" fmla="*/ 754144 w 2423329"/>
              <a:gd name="connsiteY79" fmla="*/ 170302 h 1537188"/>
              <a:gd name="connsiteX80" fmla="*/ 716437 w 2423329"/>
              <a:gd name="connsiteY80" fmla="*/ 179729 h 1537188"/>
              <a:gd name="connsiteX81" fmla="*/ 688156 w 2423329"/>
              <a:gd name="connsiteY81" fmla="*/ 189155 h 1537188"/>
              <a:gd name="connsiteX82" fmla="*/ 641022 w 2423329"/>
              <a:gd name="connsiteY82" fmla="*/ 198582 h 1537188"/>
              <a:gd name="connsiteX83" fmla="*/ 612742 w 2423329"/>
              <a:gd name="connsiteY83" fmla="*/ 208009 h 1537188"/>
              <a:gd name="connsiteX84" fmla="*/ 575035 w 2423329"/>
              <a:gd name="connsiteY84" fmla="*/ 217436 h 1537188"/>
              <a:gd name="connsiteX85" fmla="*/ 546754 w 2423329"/>
              <a:gd name="connsiteY85" fmla="*/ 226863 h 1537188"/>
              <a:gd name="connsiteX86" fmla="*/ 414779 w 2423329"/>
              <a:gd name="connsiteY86" fmla="*/ 264570 h 1537188"/>
              <a:gd name="connsiteX87" fmla="*/ 311084 w 2423329"/>
              <a:gd name="connsiteY87" fmla="*/ 292850 h 1537188"/>
              <a:gd name="connsiteX88" fmla="*/ 263950 w 2423329"/>
              <a:gd name="connsiteY88" fmla="*/ 311704 h 1537188"/>
              <a:gd name="connsiteX89" fmla="*/ 207389 w 2423329"/>
              <a:gd name="connsiteY89" fmla="*/ 330557 h 1537188"/>
              <a:gd name="connsiteX90" fmla="*/ 141402 w 2423329"/>
              <a:gd name="connsiteY90" fmla="*/ 358838 h 1537188"/>
              <a:gd name="connsiteX91" fmla="*/ 113121 w 2423329"/>
              <a:gd name="connsiteY91" fmla="*/ 387118 h 1537188"/>
              <a:gd name="connsiteX92" fmla="*/ 47134 w 2423329"/>
              <a:gd name="connsiteY92" fmla="*/ 424825 h 1537188"/>
              <a:gd name="connsiteX93" fmla="*/ 0 w 2423329"/>
              <a:gd name="connsiteY93" fmla="*/ 481386 h 1537188"/>
              <a:gd name="connsiteX94" fmla="*/ 18853 w 2423329"/>
              <a:gd name="connsiteY94" fmla="*/ 585081 h 1537188"/>
              <a:gd name="connsiteX95" fmla="*/ 56560 w 2423329"/>
              <a:gd name="connsiteY95" fmla="*/ 651069 h 1537188"/>
              <a:gd name="connsiteX96" fmla="*/ 75414 w 2423329"/>
              <a:gd name="connsiteY96" fmla="*/ 707630 h 1537188"/>
              <a:gd name="connsiteX97" fmla="*/ 94268 w 2423329"/>
              <a:gd name="connsiteY97" fmla="*/ 735910 h 1537188"/>
              <a:gd name="connsiteX98" fmla="*/ 47134 w 2423329"/>
              <a:gd name="connsiteY98" fmla="*/ 679349 h 1537188"/>
              <a:gd name="connsiteX0" fmla="*/ 47134 w 2424672"/>
              <a:gd name="connsiteY0" fmla="*/ 679349 h 1537188"/>
              <a:gd name="connsiteX1" fmla="*/ 47134 w 2424672"/>
              <a:gd name="connsiteY1" fmla="*/ 679349 h 1537188"/>
              <a:gd name="connsiteX2" fmla="*/ 141402 w 2424672"/>
              <a:gd name="connsiteY2" fmla="*/ 745337 h 1537188"/>
              <a:gd name="connsiteX3" fmla="*/ 169682 w 2424672"/>
              <a:gd name="connsiteY3" fmla="*/ 764190 h 1537188"/>
              <a:gd name="connsiteX4" fmla="*/ 197963 w 2424672"/>
              <a:gd name="connsiteY4" fmla="*/ 783044 h 1537188"/>
              <a:gd name="connsiteX5" fmla="*/ 216816 w 2424672"/>
              <a:gd name="connsiteY5" fmla="*/ 811324 h 1537188"/>
              <a:gd name="connsiteX6" fmla="*/ 216816 w 2424672"/>
              <a:gd name="connsiteY6" fmla="*/ 1065848 h 1537188"/>
              <a:gd name="connsiteX7" fmla="*/ 207389 w 2424672"/>
              <a:gd name="connsiteY7" fmla="*/ 1094129 h 1537188"/>
              <a:gd name="connsiteX8" fmla="*/ 179109 w 2424672"/>
              <a:gd name="connsiteY8" fmla="*/ 1122409 h 1537188"/>
              <a:gd name="connsiteX9" fmla="*/ 150829 w 2424672"/>
              <a:gd name="connsiteY9" fmla="*/ 1188397 h 1537188"/>
              <a:gd name="connsiteX10" fmla="*/ 131975 w 2424672"/>
              <a:gd name="connsiteY10" fmla="*/ 1216677 h 1537188"/>
              <a:gd name="connsiteX11" fmla="*/ 150829 w 2424672"/>
              <a:gd name="connsiteY11" fmla="*/ 1386359 h 1537188"/>
              <a:gd name="connsiteX12" fmla="*/ 160255 w 2424672"/>
              <a:gd name="connsiteY12" fmla="*/ 1442920 h 1537188"/>
              <a:gd name="connsiteX13" fmla="*/ 197963 w 2424672"/>
              <a:gd name="connsiteY13" fmla="*/ 1527762 h 1537188"/>
              <a:gd name="connsiteX14" fmla="*/ 226243 w 2424672"/>
              <a:gd name="connsiteY14" fmla="*/ 1537188 h 1537188"/>
              <a:gd name="connsiteX15" fmla="*/ 348791 w 2424672"/>
              <a:gd name="connsiteY15" fmla="*/ 1527762 h 1537188"/>
              <a:gd name="connsiteX16" fmla="*/ 405352 w 2424672"/>
              <a:gd name="connsiteY16" fmla="*/ 1508908 h 1537188"/>
              <a:gd name="connsiteX17" fmla="*/ 461913 w 2424672"/>
              <a:gd name="connsiteY17" fmla="*/ 1490054 h 1537188"/>
              <a:gd name="connsiteX18" fmla="*/ 490193 w 2424672"/>
              <a:gd name="connsiteY18" fmla="*/ 1471201 h 1537188"/>
              <a:gd name="connsiteX19" fmla="*/ 575035 w 2424672"/>
              <a:gd name="connsiteY19" fmla="*/ 1461774 h 1537188"/>
              <a:gd name="connsiteX20" fmla="*/ 678730 w 2424672"/>
              <a:gd name="connsiteY20" fmla="*/ 1433494 h 1537188"/>
              <a:gd name="connsiteX21" fmla="*/ 735290 w 2424672"/>
              <a:gd name="connsiteY21" fmla="*/ 1414640 h 1537188"/>
              <a:gd name="connsiteX22" fmla="*/ 791851 w 2424672"/>
              <a:gd name="connsiteY22" fmla="*/ 1405213 h 1537188"/>
              <a:gd name="connsiteX23" fmla="*/ 914400 w 2424672"/>
              <a:gd name="connsiteY23" fmla="*/ 1386359 h 1537188"/>
              <a:gd name="connsiteX24" fmla="*/ 999241 w 2424672"/>
              <a:gd name="connsiteY24" fmla="*/ 1358079 h 1537188"/>
              <a:gd name="connsiteX25" fmla="*/ 1112363 w 2424672"/>
              <a:gd name="connsiteY25" fmla="*/ 1339225 h 1537188"/>
              <a:gd name="connsiteX26" fmla="*/ 1338606 w 2424672"/>
              <a:gd name="connsiteY26" fmla="*/ 1348652 h 1537188"/>
              <a:gd name="connsiteX27" fmla="*/ 1366886 w 2424672"/>
              <a:gd name="connsiteY27" fmla="*/ 1358079 h 1537188"/>
              <a:gd name="connsiteX28" fmla="*/ 1404593 w 2424672"/>
              <a:gd name="connsiteY28" fmla="*/ 1386359 h 1537188"/>
              <a:gd name="connsiteX29" fmla="*/ 1432874 w 2424672"/>
              <a:gd name="connsiteY29" fmla="*/ 1395786 h 1537188"/>
              <a:gd name="connsiteX30" fmla="*/ 1480008 w 2424672"/>
              <a:gd name="connsiteY30" fmla="*/ 1414640 h 1537188"/>
              <a:gd name="connsiteX31" fmla="*/ 1536569 w 2424672"/>
              <a:gd name="connsiteY31" fmla="*/ 1433494 h 1537188"/>
              <a:gd name="connsiteX32" fmla="*/ 1687398 w 2424672"/>
              <a:gd name="connsiteY32" fmla="*/ 1424067 h 1537188"/>
              <a:gd name="connsiteX33" fmla="*/ 1791092 w 2424672"/>
              <a:gd name="connsiteY33" fmla="*/ 1405213 h 1537188"/>
              <a:gd name="connsiteX34" fmla="*/ 1828800 w 2424672"/>
              <a:gd name="connsiteY34" fmla="*/ 1395786 h 1537188"/>
              <a:gd name="connsiteX35" fmla="*/ 1885360 w 2424672"/>
              <a:gd name="connsiteY35" fmla="*/ 1376933 h 1537188"/>
              <a:gd name="connsiteX36" fmla="*/ 1913641 w 2424672"/>
              <a:gd name="connsiteY36" fmla="*/ 1358079 h 1537188"/>
              <a:gd name="connsiteX37" fmla="*/ 1941921 w 2424672"/>
              <a:gd name="connsiteY37" fmla="*/ 1348652 h 1537188"/>
              <a:gd name="connsiteX38" fmla="*/ 1989055 w 2424672"/>
              <a:gd name="connsiteY38" fmla="*/ 1329799 h 1537188"/>
              <a:gd name="connsiteX39" fmla="*/ 2073897 w 2424672"/>
              <a:gd name="connsiteY39" fmla="*/ 1301518 h 1537188"/>
              <a:gd name="connsiteX40" fmla="*/ 2130457 w 2424672"/>
              <a:gd name="connsiteY40" fmla="*/ 1263811 h 1537188"/>
              <a:gd name="connsiteX41" fmla="*/ 2158738 w 2424672"/>
              <a:gd name="connsiteY41" fmla="*/ 1254384 h 1537188"/>
              <a:gd name="connsiteX42" fmla="*/ 2215299 w 2424672"/>
              <a:gd name="connsiteY42" fmla="*/ 1207250 h 1537188"/>
              <a:gd name="connsiteX43" fmla="*/ 2234152 w 2424672"/>
              <a:gd name="connsiteY43" fmla="*/ 1178970 h 1537188"/>
              <a:gd name="connsiteX44" fmla="*/ 2262433 w 2424672"/>
              <a:gd name="connsiteY44" fmla="*/ 1169543 h 1537188"/>
              <a:gd name="connsiteX45" fmla="*/ 2309567 w 2424672"/>
              <a:gd name="connsiteY45" fmla="*/ 1131836 h 1537188"/>
              <a:gd name="connsiteX46" fmla="*/ 2347274 w 2424672"/>
              <a:gd name="connsiteY46" fmla="*/ 1065848 h 1537188"/>
              <a:gd name="connsiteX47" fmla="*/ 2366128 w 2424672"/>
              <a:gd name="connsiteY47" fmla="*/ 1037568 h 1537188"/>
              <a:gd name="connsiteX48" fmla="*/ 2384981 w 2424672"/>
              <a:gd name="connsiteY48" fmla="*/ 999861 h 1537188"/>
              <a:gd name="connsiteX49" fmla="*/ 1904214 w 2424672"/>
              <a:gd name="connsiteY49" fmla="*/ 1160116 h 1537188"/>
              <a:gd name="connsiteX50" fmla="*/ 2422688 w 2424672"/>
              <a:gd name="connsiteY50" fmla="*/ 764190 h 1537188"/>
              <a:gd name="connsiteX51" fmla="*/ 2092751 w 2424672"/>
              <a:gd name="connsiteY51" fmla="*/ 952727 h 1537188"/>
              <a:gd name="connsiteX52" fmla="*/ 2337847 w 2424672"/>
              <a:gd name="connsiteY52" fmla="*/ 707630 h 1537188"/>
              <a:gd name="connsiteX53" fmla="*/ 2243579 w 2424672"/>
              <a:gd name="connsiteY53" fmla="*/ 622788 h 1537188"/>
              <a:gd name="connsiteX54" fmla="*/ 2102177 w 2424672"/>
              <a:gd name="connsiteY54" fmla="*/ 594508 h 1537188"/>
              <a:gd name="connsiteX55" fmla="*/ 2092750 w 2424672"/>
              <a:gd name="connsiteY55" fmla="*/ 566228 h 1537188"/>
              <a:gd name="connsiteX56" fmla="*/ 2045616 w 2424672"/>
              <a:gd name="connsiteY56" fmla="*/ 509667 h 1537188"/>
              <a:gd name="connsiteX57" fmla="*/ 2026763 w 2424672"/>
              <a:gd name="connsiteY57" fmla="*/ 481386 h 1537188"/>
              <a:gd name="connsiteX58" fmla="*/ 2017336 w 2424672"/>
              <a:gd name="connsiteY58" fmla="*/ 226863 h 1537188"/>
              <a:gd name="connsiteX59" fmla="*/ 1998482 w 2424672"/>
              <a:gd name="connsiteY59" fmla="*/ 198582 h 1537188"/>
              <a:gd name="connsiteX60" fmla="*/ 1989055 w 2424672"/>
              <a:gd name="connsiteY60" fmla="*/ 170302 h 1537188"/>
              <a:gd name="connsiteX61" fmla="*/ 1941921 w 2424672"/>
              <a:gd name="connsiteY61" fmla="*/ 113741 h 1537188"/>
              <a:gd name="connsiteX62" fmla="*/ 1904214 w 2424672"/>
              <a:gd name="connsiteY62" fmla="*/ 104314 h 1537188"/>
              <a:gd name="connsiteX63" fmla="*/ 1875934 w 2424672"/>
              <a:gd name="connsiteY63" fmla="*/ 94887 h 1537188"/>
              <a:gd name="connsiteX64" fmla="*/ 1809946 w 2424672"/>
              <a:gd name="connsiteY64" fmla="*/ 57180 h 1537188"/>
              <a:gd name="connsiteX65" fmla="*/ 1762812 w 2424672"/>
              <a:gd name="connsiteY65" fmla="*/ 47753 h 1537188"/>
              <a:gd name="connsiteX66" fmla="*/ 1659117 w 2424672"/>
              <a:gd name="connsiteY66" fmla="*/ 28900 h 1537188"/>
              <a:gd name="connsiteX67" fmla="*/ 1611983 w 2424672"/>
              <a:gd name="connsiteY67" fmla="*/ 10046 h 1537188"/>
              <a:gd name="connsiteX68" fmla="*/ 1404593 w 2424672"/>
              <a:gd name="connsiteY68" fmla="*/ 10046 h 1537188"/>
              <a:gd name="connsiteX69" fmla="*/ 1366886 w 2424672"/>
              <a:gd name="connsiteY69" fmla="*/ 19473 h 1537188"/>
              <a:gd name="connsiteX70" fmla="*/ 1282045 w 2424672"/>
              <a:gd name="connsiteY70" fmla="*/ 28900 h 1537188"/>
              <a:gd name="connsiteX71" fmla="*/ 1225484 w 2424672"/>
              <a:gd name="connsiteY71" fmla="*/ 47753 h 1537188"/>
              <a:gd name="connsiteX72" fmla="*/ 1197204 w 2424672"/>
              <a:gd name="connsiteY72" fmla="*/ 57180 h 1537188"/>
              <a:gd name="connsiteX73" fmla="*/ 1131216 w 2424672"/>
              <a:gd name="connsiteY73" fmla="*/ 85461 h 1537188"/>
              <a:gd name="connsiteX74" fmla="*/ 1046375 w 2424672"/>
              <a:gd name="connsiteY74" fmla="*/ 94887 h 1537188"/>
              <a:gd name="connsiteX75" fmla="*/ 989814 w 2424672"/>
              <a:gd name="connsiteY75" fmla="*/ 113741 h 1537188"/>
              <a:gd name="connsiteX76" fmla="*/ 895546 w 2424672"/>
              <a:gd name="connsiteY76" fmla="*/ 132595 h 1537188"/>
              <a:gd name="connsiteX77" fmla="*/ 838985 w 2424672"/>
              <a:gd name="connsiteY77" fmla="*/ 151448 h 1537188"/>
              <a:gd name="connsiteX78" fmla="*/ 754144 w 2424672"/>
              <a:gd name="connsiteY78" fmla="*/ 170302 h 1537188"/>
              <a:gd name="connsiteX79" fmla="*/ 716437 w 2424672"/>
              <a:gd name="connsiteY79" fmla="*/ 179729 h 1537188"/>
              <a:gd name="connsiteX80" fmla="*/ 688156 w 2424672"/>
              <a:gd name="connsiteY80" fmla="*/ 189155 h 1537188"/>
              <a:gd name="connsiteX81" fmla="*/ 641022 w 2424672"/>
              <a:gd name="connsiteY81" fmla="*/ 198582 h 1537188"/>
              <a:gd name="connsiteX82" fmla="*/ 612742 w 2424672"/>
              <a:gd name="connsiteY82" fmla="*/ 208009 h 1537188"/>
              <a:gd name="connsiteX83" fmla="*/ 575035 w 2424672"/>
              <a:gd name="connsiteY83" fmla="*/ 217436 h 1537188"/>
              <a:gd name="connsiteX84" fmla="*/ 546754 w 2424672"/>
              <a:gd name="connsiteY84" fmla="*/ 226863 h 1537188"/>
              <a:gd name="connsiteX85" fmla="*/ 414779 w 2424672"/>
              <a:gd name="connsiteY85" fmla="*/ 264570 h 1537188"/>
              <a:gd name="connsiteX86" fmla="*/ 311084 w 2424672"/>
              <a:gd name="connsiteY86" fmla="*/ 292850 h 1537188"/>
              <a:gd name="connsiteX87" fmla="*/ 263950 w 2424672"/>
              <a:gd name="connsiteY87" fmla="*/ 311704 h 1537188"/>
              <a:gd name="connsiteX88" fmla="*/ 207389 w 2424672"/>
              <a:gd name="connsiteY88" fmla="*/ 330557 h 1537188"/>
              <a:gd name="connsiteX89" fmla="*/ 141402 w 2424672"/>
              <a:gd name="connsiteY89" fmla="*/ 358838 h 1537188"/>
              <a:gd name="connsiteX90" fmla="*/ 113121 w 2424672"/>
              <a:gd name="connsiteY90" fmla="*/ 387118 h 1537188"/>
              <a:gd name="connsiteX91" fmla="*/ 47134 w 2424672"/>
              <a:gd name="connsiteY91" fmla="*/ 424825 h 1537188"/>
              <a:gd name="connsiteX92" fmla="*/ 0 w 2424672"/>
              <a:gd name="connsiteY92" fmla="*/ 481386 h 1537188"/>
              <a:gd name="connsiteX93" fmla="*/ 18853 w 2424672"/>
              <a:gd name="connsiteY93" fmla="*/ 585081 h 1537188"/>
              <a:gd name="connsiteX94" fmla="*/ 56560 w 2424672"/>
              <a:gd name="connsiteY94" fmla="*/ 651069 h 1537188"/>
              <a:gd name="connsiteX95" fmla="*/ 75414 w 2424672"/>
              <a:gd name="connsiteY95" fmla="*/ 707630 h 1537188"/>
              <a:gd name="connsiteX96" fmla="*/ 94268 w 2424672"/>
              <a:gd name="connsiteY96" fmla="*/ 735910 h 1537188"/>
              <a:gd name="connsiteX97" fmla="*/ 47134 w 2424672"/>
              <a:gd name="connsiteY97" fmla="*/ 679349 h 1537188"/>
              <a:gd name="connsiteX0" fmla="*/ 47134 w 2438710"/>
              <a:gd name="connsiteY0" fmla="*/ 679349 h 1537188"/>
              <a:gd name="connsiteX1" fmla="*/ 47134 w 2438710"/>
              <a:gd name="connsiteY1" fmla="*/ 679349 h 1537188"/>
              <a:gd name="connsiteX2" fmla="*/ 141402 w 2438710"/>
              <a:gd name="connsiteY2" fmla="*/ 745337 h 1537188"/>
              <a:gd name="connsiteX3" fmla="*/ 169682 w 2438710"/>
              <a:gd name="connsiteY3" fmla="*/ 764190 h 1537188"/>
              <a:gd name="connsiteX4" fmla="*/ 197963 w 2438710"/>
              <a:gd name="connsiteY4" fmla="*/ 783044 h 1537188"/>
              <a:gd name="connsiteX5" fmla="*/ 216816 w 2438710"/>
              <a:gd name="connsiteY5" fmla="*/ 811324 h 1537188"/>
              <a:gd name="connsiteX6" fmla="*/ 216816 w 2438710"/>
              <a:gd name="connsiteY6" fmla="*/ 1065848 h 1537188"/>
              <a:gd name="connsiteX7" fmla="*/ 207389 w 2438710"/>
              <a:gd name="connsiteY7" fmla="*/ 1094129 h 1537188"/>
              <a:gd name="connsiteX8" fmla="*/ 179109 w 2438710"/>
              <a:gd name="connsiteY8" fmla="*/ 1122409 h 1537188"/>
              <a:gd name="connsiteX9" fmla="*/ 150829 w 2438710"/>
              <a:gd name="connsiteY9" fmla="*/ 1188397 h 1537188"/>
              <a:gd name="connsiteX10" fmla="*/ 131975 w 2438710"/>
              <a:gd name="connsiteY10" fmla="*/ 1216677 h 1537188"/>
              <a:gd name="connsiteX11" fmla="*/ 150829 w 2438710"/>
              <a:gd name="connsiteY11" fmla="*/ 1386359 h 1537188"/>
              <a:gd name="connsiteX12" fmla="*/ 160255 w 2438710"/>
              <a:gd name="connsiteY12" fmla="*/ 1442920 h 1537188"/>
              <a:gd name="connsiteX13" fmla="*/ 197963 w 2438710"/>
              <a:gd name="connsiteY13" fmla="*/ 1527762 h 1537188"/>
              <a:gd name="connsiteX14" fmla="*/ 226243 w 2438710"/>
              <a:gd name="connsiteY14" fmla="*/ 1537188 h 1537188"/>
              <a:gd name="connsiteX15" fmla="*/ 348791 w 2438710"/>
              <a:gd name="connsiteY15" fmla="*/ 1527762 h 1537188"/>
              <a:gd name="connsiteX16" fmla="*/ 405352 w 2438710"/>
              <a:gd name="connsiteY16" fmla="*/ 1508908 h 1537188"/>
              <a:gd name="connsiteX17" fmla="*/ 461913 w 2438710"/>
              <a:gd name="connsiteY17" fmla="*/ 1490054 h 1537188"/>
              <a:gd name="connsiteX18" fmla="*/ 490193 w 2438710"/>
              <a:gd name="connsiteY18" fmla="*/ 1471201 h 1537188"/>
              <a:gd name="connsiteX19" fmla="*/ 575035 w 2438710"/>
              <a:gd name="connsiteY19" fmla="*/ 1461774 h 1537188"/>
              <a:gd name="connsiteX20" fmla="*/ 678730 w 2438710"/>
              <a:gd name="connsiteY20" fmla="*/ 1433494 h 1537188"/>
              <a:gd name="connsiteX21" fmla="*/ 735290 w 2438710"/>
              <a:gd name="connsiteY21" fmla="*/ 1414640 h 1537188"/>
              <a:gd name="connsiteX22" fmla="*/ 791851 w 2438710"/>
              <a:gd name="connsiteY22" fmla="*/ 1405213 h 1537188"/>
              <a:gd name="connsiteX23" fmla="*/ 914400 w 2438710"/>
              <a:gd name="connsiteY23" fmla="*/ 1386359 h 1537188"/>
              <a:gd name="connsiteX24" fmla="*/ 999241 w 2438710"/>
              <a:gd name="connsiteY24" fmla="*/ 1358079 h 1537188"/>
              <a:gd name="connsiteX25" fmla="*/ 1112363 w 2438710"/>
              <a:gd name="connsiteY25" fmla="*/ 1339225 h 1537188"/>
              <a:gd name="connsiteX26" fmla="*/ 1338606 w 2438710"/>
              <a:gd name="connsiteY26" fmla="*/ 1348652 h 1537188"/>
              <a:gd name="connsiteX27" fmla="*/ 1366886 w 2438710"/>
              <a:gd name="connsiteY27" fmla="*/ 1358079 h 1537188"/>
              <a:gd name="connsiteX28" fmla="*/ 1404593 w 2438710"/>
              <a:gd name="connsiteY28" fmla="*/ 1386359 h 1537188"/>
              <a:gd name="connsiteX29" fmla="*/ 1432874 w 2438710"/>
              <a:gd name="connsiteY29" fmla="*/ 1395786 h 1537188"/>
              <a:gd name="connsiteX30" fmla="*/ 1480008 w 2438710"/>
              <a:gd name="connsiteY30" fmla="*/ 1414640 h 1537188"/>
              <a:gd name="connsiteX31" fmla="*/ 1536569 w 2438710"/>
              <a:gd name="connsiteY31" fmla="*/ 1433494 h 1537188"/>
              <a:gd name="connsiteX32" fmla="*/ 1687398 w 2438710"/>
              <a:gd name="connsiteY32" fmla="*/ 1424067 h 1537188"/>
              <a:gd name="connsiteX33" fmla="*/ 1791092 w 2438710"/>
              <a:gd name="connsiteY33" fmla="*/ 1405213 h 1537188"/>
              <a:gd name="connsiteX34" fmla="*/ 1828800 w 2438710"/>
              <a:gd name="connsiteY34" fmla="*/ 1395786 h 1537188"/>
              <a:gd name="connsiteX35" fmla="*/ 1885360 w 2438710"/>
              <a:gd name="connsiteY35" fmla="*/ 1376933 h 1537188"/>
              <a:gd name="connsiteX36" fmla="*/ 1913641 w 2438710"/>
              <a:gd name="connsiteY36" fmla="*/ 1358079 h 1537188"/>
              <a:gd name="connsiteX37" fmla="*/ 1941921 w 2438710"/>
              <a:gd name="connsiteY37" fmla="*/ 1348652 h 1537188"/>
              <a:gd name="connsiteX38" fmla="*/ 1989055 w 2438710"/>
              <a:gd name="connsiteY38" fmla="*/ 1329799 h 1537188"/>
              <a:gd name="connsiteX39" fmla="*/ 2073897 w 2438710"/>
              <a:gd name="connsiteY39" fmla="*/ 1301518 h 1537188"/>
              <a:gd name="connsiteX40" fmla="*/ 2130457 w 2438710"/>
              <a:gd name="connsiteY40" fmla="*/ 1263811 h 1537188"/>
              <a:gd name="connsiteX41" fmla="*/ 2158738 w 2438710"/>
              <a:gd name="connsiteY41" fmla="*/ 1254384 h 1537188"/>
              <a:gd name="connsiteX42" fmla="*/ 2215299 w 2438710"/>
              <a:gd name="connsiteY42" fmla="*/ 1207250 h 1537188"/>
              <a:gd name="connsiteX43" fmla="*/ 2234152 w 2438710"/>
              <a:gd name="connsiteY43" fmla="*/ 1178970 h 1537188"/>
              <a:gd name="connsiteX44" fmla="*/ 2262433 w 2438710"/>
              <a:gd name="connsiteY44" fmla="*/ 1169543 h 1537188"/>
              <a:gd name="connsiteX45" fmla="*/ 2309567 w 2438710"/>
              <a:gd name="connsiteY45" fmla="*/ 1131836 h 1537188"/>
              <a:gd name="connsiteX46" fmla="*/ 2347274 w 2438710"/>
              <a:gd name="connsiteY46" fmla="*/ 1065848 h 1537188"/>
              <a:gd name="connsiteX47" fmla="*/ 2366128 w 2438710"/>
              <a:gd name="connsiteY47" fmla="*/ 1037568 h 1537188"/>
              <a:gd name="connsiteX48" fmla="*/ 2384981 w 2438710"/>
              <a:gd name="connsiteY48" fmla="*/ 999861 h 1537188"/>
              <a:gd name="connsiteX49" fmla="*/ 2422688 w 2438710"/>
              <a:gd name="connsiteY49" fmla="*/ 764190 h 1537188"/>
              <a:gd name="connsiteX50" fmla="*/ 2092751 w 2438710"/>
              <a:gd name="connsiteY50" fmla="*/ 952727 h 1537188"/>
              <a:gd name="connsiteX51" fmla="*/ 2337847 w 2438710"/>
              <a:gd name="connsiteY51" fmla="*/ 707630 h 1537188"/>
              <a:gd name="connsiteX52" fmla="*/ 2243579 w 2438710"/>
              <a:gd name="connsiteY52" fmla="*/ 622788 h 1537188"/>
              <a:gd name="connsiteX53" fmla="*/ 2102177 w 2438710"/>
              <a:gd name="connsiteY53" fmla="*/ 594508 h 1537188"/>
              <a:gd name="connsiteX54" fmla="*/ 2092750 w 2438710"/>
              <a:gd name="connsiteY54" fmla="*/ 566228 h 1537188"/>
              <a:gd name="connsiteX55" fmla="*/ 2045616 w 2438710"/>
              <a:gd name="connsiteY55" fmla="*/ 509667 h 1537188"/>
              <a:gd name="connsiteX56" fmla="*/ 2026763 w 2438710"/>
              <a:gd name="connsiteY56" fmla="*/ 481386 h 1537188"/>
              <a:gd name="connsiteX57" fmla="*/ 2017336 w 2438710"/>
              <a:gd name="connsiteY57" fmla="*/ 226863 h 1537188"/>
              <a:gd name="connsiteX58" fmla="*/ 1998482 w 2438710"/>
              <a:gd name="connsiteY58" fmla="*/ 198582 h 1537188"/>
              <a:gd name="connsiteX59" fmla="*/ 1989055 w 2438710"/>
              <a:gd name="connsiteY59" fmla="*/ 170302 h 1537188"/>
              <a:gd name="connsiteX60" fmla="*/ 1941921 w 2438710"/>
              <a:gd name="connsiteY60" fmla="*/ 113741 h 1537188"/>
              <a:gd name="connsiteX61" fmla="*/ 1904214 w 2438710"/>
              <a:gd name="connsiteY61" fmla="*/ 104314 h 1537188"/>
              <a:gd name="connsiteX62" fmla="*/ 1875934 w 2438710"/>
              <a:gd name="connsiteY62" fmla="*/ 94887 h 1537188"/>
              <a:gd name="connsiteX63" fmla="*/ 1809946 w 2438710"/>
              <a:gd name="connsiteY63" fmla="*/ 57180 h 1537188"/>
              <a:gd name="connsiteX64" fmla="*/ 1762812 w 2438710"/>
              <a:gd name="connsiteY64" fmla="*/ 47753 h 1537188"/>
              <a:gd name="connsiteX65" fmla="*/ 1659117 w 2438710"/>
              <a:gd name="connsiteY65" fmla="*/ 28900 h 1537188"/>
              <a:gd name="connsiteX66" fmla="*/ 1611983 w 2438710"/>
              <a:gd name="connsiteY66" fmla="*/ 10046 h 1537188"/>
              <a:gd name="connsiteX67" fmla="*/ 1404593 w 2438710"/>
              <a:gd name="connsiteY67" fmla="*/ 10046 h 1537188"/>
              <a:gd name="connsiteX68" fmla="*/ 1366886 w 2438710"/>
              <a:gd name="connsiteY68" fmla="*/ 19473 h 1537188"/>
              <a:gd name="connsiteX69" fmla="*/ 1282045 w 2438710"/>
              <a:gd name="connsiteY69" fmla="*/ 28900 h 1537188"/>
              <a:gd name="connsiteX70" fmla="*/ 1225484 w 2438710"/>
              <a:gd name="connsiteY70" fmla="*/ 47753 h 1537188"/>
              <a:gd name="connsiteX71" fmla="*/ 1197204 w 2438710"/>
              <a:gd name="connsiteY71" fmla="*/ 57180 h 1537188"/>
              <a:gd name="connsiteX72" fmla="*/ 1131216 w 2438710"/>
              <a:gd name="connsiteY72" fmla="*/ 85461 h 1537188"/>
              <a:gd name="connsiteX73" fmla="*/ 1046375 w 2438710"/>
              <a:gd name="connsiteY73" fmla="*/ 94887 h 1537188"/>
              <a:gd name="connsiteX74" fmla="*/ 989814 w 2438710"/>
              <a:gd name="connsiteY74" fmla="*/ 113741 h 1537188"/>
              <a:gd name="connsiteX75" fmla="*/ 895546 w 2438710"/>
              <a:gd name="connsiteY75" fmla="*/ 132595 h 1537188"/>
              <a:gd name="connsiteX76" fmla="*/ 838985 w 2438710"/>
              <a:gd name="connsiteY76" fmla="*/ 151448 h 1537188"/>
              <a:gd name="connsiteX77" fmla="*/ 754144 w 2438710"/>
              <a:gd name="connsiteY77" fmla="*/ 170302 h 1537188"/>
              <a:gd name="connsiteX78" fmla="*/ 716437 w 2438710"/>
              <a:gd name="connsiteY78" fmla="*/ 179729 h 1537188"/>
              <a:gd name="connsiteX79" fmla="*/ 688156 w 2438710"/>
              <a:gd name="connsiteY79" fmla="*/ 189155 h 1537188"/>
              <a:gd name="connsiteX80" fmla="*/ 641022 w 2438710"/>
              <a:gd name="connsiteY80" fmla="*/ 198582 h 1537188"/>
              <a:gd name="connsiteX81" fmla="*/ 612742 w 2438710"/>
              <a:gd name="connsiteY81" fmla="*/ 208009 h 1537188"/>
              <a:gd name="connsiteX82" fmla="*/ 575035 w 2438710"/>
              <a:gd name="connsiteY82" fmla="*/ 217436 h 1537188"/>
              <a:gd name="connsiteX83" fmla="*/ 546754 w 2438710"/>
              <a:gd name="connsiteY83" fmla="*/ 226863 h 1537188"/>
              <a:gd name="connsiteX84" fmla="*/ 414779 w 2438710"/>
              <a:gd name="connsiteY84" fmla="*/ 264570 h 1537188"/>
              <a:gd name="connsiteX85" fmla="*/ 311084 w 2438710"/>
              <a:gd name="connsiteY85" fmla="*/ 292850 h 1537188"/>
              <a:gd name="connsiteX86" fmla="*/ 263950 w 2438710"/>
              <a:gd name="connsiteY86" fmla="*/ 311704 h 1537188"/>
              <a:gd name="connsiteX87" fmla="*/ 207389 w 2438710"/>
              <a:gd name="connsiteY87" fmla="*/ 330557 h 1537188"/>
              <a:gd name="connsiteX88" fmla="*/ 141402 w 2438710"/>
              <a:gd name="connsiteY88" fmla="*/ 358838 h 1537188"/>
              <a:gd name="connsiteX89" fmla="*/ 113121 w 2438710"/>
              <a:gd name="connsiteY89" fmla="*/ 387118 h 1537188"/>
              <a:gd name="connsiteX90" fmla="*/ 47134 w 2438710"/>
              <a:gd name="connsiteY90" fmla="*/ 424825 h 1537188"/>
              <a:gd name="connsiteX91" fmla="*/ 0 w 2438710"/>
              <a:gd name="connsiteY91" fmla="*/ 481386 h 1537188"/>
              <a:gd name="connsiteX92" fmla="*/ 18853 w 2438710"/>
              <a:gd name="connsiteY92" fmla="*/ 585081 h 1537188"/>
              <a:gd name="connsiteX93" fmla="*/ 56560 w 2438710"/>
              <a:gd name="connsiteY93" fmla="*/ 651069 h 1537188"/>
              <a:gd name="connsiteX94" fmla="*/ 75414 w 2438710"/>
              <a:gd name="connsiteY94" fmla="*/ 707630 h 1537188"/>
              <a:gd name="connsiteX95" fmla="*/ 94268 w 2438710"/>
              <a:gd name="connsiteY95" fmla="*/ 735910 h 1537188"/>
              <a:gd name="connsiteX96" fmla="*/ 47134 w 2438710"/>
              <a:gd name="connsiteY96" fmla="*/ 679349 h 1537188"/>
              <a:gd name="connsiteX0" fmla="*/ 47134 w 2438710"/>
              <a:gd name="connsiteY0" fmla="*/ 679349 h 1537188"/>
              <a:gd name="connsiteX1" fmla="*/ 47134 w 2438710"/>
              <a:gd name="connsiteY1" fmla="*/ 679349 h 1537188"/>
              <a:gd name="connsiteX2" fmla="*/ 141402 w 2438710"/>
              <a:gd name="connsiteY2" fmla="*/ 745337 h 1537188"/>
              <a:gd name="connsiteX3" fmla="*/ 169682 w 2438710"/>
              <a:gd name="connsiteY3" fmla="*/ 764190 h 1537188"/>
              <a:gd name="connsiteX4" fmla="*/ 197963 w 2438710"/>
              <a:gd name="connsiteY4" fmla="*/ 783044 h 1537188"/>
              <a:gd name="connsiteX5" fmla="*/ 216816 w 2438710"/>
              <a:gd name="connsiteY5" fmla="*/ 811324 h 1537188"/>
              <a:gd name="connsiteX6" fmla="*/ 216816 w 2438710"/>
              <a:gd name="connsiteY6" fmla="*/ 1065848 h 1537188"/>
              <a:gd name="connsiteX7" fmla="*/ 207389 w 2438710"/>
              <a:gd name="connsiteY7" fmla="*/ 1094129 h 1537188"/>
              <a:gd name="connsiteX8" fmla="*/ 179109 w 2438710"/>
              <a:gd name="connsiteY8" fmla="*/ 1122409 h 1537188"/>
              <a:gd name="connsiteX9" fmla="*/ 150829 w 2438710"/>
              <a:gd name="connsiteY9" fmla="*/ 1188397 h 1537188"/>
              <a:gd name="connsiteX10" fmla="*/ 131975 w 2438710"/>
              <a:gd name="connsiteY10" fmla="*/ 1216677 h 1537188"/>
              <a:gd name="connsiteX11" fmla="*/ 150829 w 2438710"/>
              <a:gd name="connsiteY11" fmla="*/ 1386359 h 1537188"/>
              <a:gd name="connsiteX12" fmla="*/ 160255 w 2438710"/>
              <a:gd name="connsiteY12" fmla="*/ 1442920 h 1537188"/>
              <a:gd name="connsiteX13" fmla="*/ 197963 w 2438710"/>
              <a:gd name="connsiteY13" fmla="*/ 1527762 h 1537188"/>
              <a:gd name="connsiteX14" fmla="*/ 226243 w 2438710"/>
              <a:gd name="connsiteY14" fmla="*/ 1537188 h 1537188"/>
              <a:gd name="connsiteX15" fmla="*/ 348791 w 2438710"/>
              <a:gd name="connsiteY15" fmla="*/ 1527762 h 1537188"/>
              <a:gd name="connsiteX16" fmla="*/ 405352 w 2438710"/>
              <a:gd name="connsiteY16" fmla="*/ 1508908 h 1537188"/>
              <a:gd name="connsiteX17" fmla="*/ 461913 w 2438710"/>
              <a:gd name="connsiteY17" fmla="*/ 1490054 h 1537188"/>
              <a:gd name="connsiteX18" fmla="*/ 490193 w 2438710"/>
              <a:gd name="connsiteY18" fmla="*/ 1471201 h 1537188"/>
              <a:gd name="connsiteX19" fmla="*/ 575035 w 2438710"/>
              <a:gd name="connsiteY19" fmla="*/ 1461774 h 1537188"/>
              <a:gd name="connsiteX20" fmla="*/ 678730 w 2438710"/>
              <a:gd name="connsiteY20" fmla="*/ 1433494 h 1537188"/>
              <a:gd name="connsiteX21" fmla="*/ 735290 w 2438710"/>
              <a:gd name="connsiteY21" fmla="*/ 1414640 h 1537188"/>
              <a:gd name="connsiteX22" fmla="*/ 791851 w 2438710"/>
              <a:gd name="connsiteY22" fmla="*/ 1405213 h 1537188"/>
              <a:gd name="connsiteX23" fmla="*/ 914400 w 2438710"/>
              <a:gd name="connsiteY23" fmla="*/ 1386359 h 1537188"/>
              <a:gd name="connsiteX24" fmla="*/ 999241 w 2438710"/>
              <a:gd name="connsiteY24" fmla="*/ 1358079 h 1537188"/>
              <a:gd name="connsiteX25" fmla="*/ 1112363 w 2438710"/>
              <a:gd name="connsiteY25" fmla="*/ 1339225 h 1537188"/>
              <a:gd name="connsiteX26" fmla="*/ 1338606 w 2438710"/>
              <a:gd name="connsiteY26" fmla="*/ 1348652 h 1537188"/>
              <a:gd name="connsiteX27" fmla="*/ 1366886 w 2438710"/>
              <a:gd name="connsiteY27" fmla="*/ 1358079 h 1537188"/>
              <a:gd name="connsiteX28" fmla="*/ 1404593 w 2438710"/>
              <a:gd name="connsiteY28" fmla="*/ 1386359 h 1537188"/>
              <a:gd name="connsiteX29" fmla="*/ 1432874 w 2438710"/>
              <a:gd name="connsiteY29" fmla="*/ 1395786 h 1537188"/>
              <a:gd name="connsiteX30" fmla="*/ 1480008 w 2438710"/>
              <a:gd name="connsiteY30" fmla="*/ 1414640 h 1537188"/>
              <a:gd name="connsiteX31" fmla="*/ 1536569 w 2438710"/>
              <a:gd name="connsiteY31" fmla="*/ 1433494 h 1537188"/>
              <a:gd name="connsiteX32" fmla="*/ 1687398 w 2438710"/>
              <a:gd name="connsiteY32" fmla="*/ 1424067 h 1537188"/>
              <a:gd name="connsiteX33" fmla="*/ 1791092 w 2438710"/>
              <a:gd name="connsiteY33" fmla="*/ 1405213 h 1537188"/>
              <a:gd name="connsiteX34" fmla="*/ 1828800 w 2438710"/>
              <a:gd name="connsiteY34" fmla="*/ 1395786 h 1537188"/>
              <a:gd name="connsiteX35" fmla="*/ 1885360 w 2438710"/>
              <a:gd name="connsiteY35" fmla="*/ 1376933 h 1537188"/>
              <a:gd name="connsiteX36" fmla="*/ 1913641 w 2438710"/>
              <a:gd name="connsiteY36" fmla="*/ 1358079 h 1537188"/>
              <a:gd name="connsiteX37" fmla="*/ 1941921 w 2438710"/>
              <a:gd name="connsiteY37" fmla="*/ 1348652 h 1537188"/>
              <a:gd name="connsiteX38" fmla="*/ 1989055 w 2438710"/>
              <a:gd name="connsiteY38" fmla="*/ 1329799 h 1537188"/>
              <a:gd name="connsiteX39" fmla="*/ 2073897 w 2438710"/>
              <a:gd name="connsiteY39" fmla="*/ 1301518 h 1537188"/>
              <a:gd name="connsiteX40" fmla="*/ 2130457 w 2438710"/>
              <a:gd name="connsiteY40" fmla="*/ 1263811 h 1537188"/>
              <a:gd name="connsiteX41" fmla="*/ 2158738 w 2438710"/>
              <a:gd name="connsiteY41" fmla="*/ 1254384 h 1537188"/>
              <a:gd name="connsiteX42" fmla="*/ 2215299 w 2438710"/>
              <a:gd name="connsiteY42" fmla="*/ 1207250 h 1537188"/>
              <a:gd name="connsiteX43" fmla="*/ 2234152 w 2438710"/>
              <a:gd name="connsiteY43" fmla="*/ 1178970 h 1537188"/>
              <a:gd name="connsiteX44" fmla="*/ 2262433 w 2438710"/>
              <a:gd name="connsiteY44" fmla="*/ 1169543 h 1537188"/>
              <a:gd name="connsiteX45" fmla="*/ 2309567 w 2438710"/>
              <a:gd name="connsiteY45" fmla="*/ 1131836 h 1537188"/>
              <a:gd name="connsiteX46" fmla="*/ 2347274 w 2438710"/>
              <a:gd name="connsiteY46" fmla="*/ 1065848 h 1537188"/>
              <a:gd name="connsiteX47" fmla="*/ 2366128 w 2438710"/>
              <a:gd name="connsiteY47" fmla="*/ 1037568 h 1537188"/>
              <a:gd name="connsiteX48" fmla="*/ 2384981 w 2438710"/>
              <a:gd name="connsiteY48" fmla="*/ 999861 h 1537188"/>
              <a:gd name="connsiteX49" fmla="*/ 2422688 w 2438710"/>
              <a:gd name="connsiteY49" fmla="*/ 764190 h 1537188"/>
              <a:gd name="connsiteX50" fmla="*/ 2092751 w 2438710"/>
              <a:gd name="connsiteY50" fmla="*/ 952727 h 1537188"/>
              <a:gd name="connsiteX51" fmla="*/ 2337847 w 2438710"/>
              <a:gd name="connsiteY51" fmla="*/ 707630 h 1537188"/>
              <a:gd name="connsiteX52" fmla="*/ 2102177 w 2438710"/>
              <a:gd name="connsiteY52" fmla="*/ 594508 h 1537188"/>
              <a:gd name="connsiteX53" fmla="*/ 2092750 w 2438710"/>
              <a:gd name="connsiteY53" fmla="*/ 566228 h 1537188"/>
              <a:gd name="connsiteX54" fmla="*/ 2045616 w 2438710"/>
              <a:gd name="connsiteY54" fmla="*/ 509667 h 1537188"/>
              <a:gd name="connsiteX55" fmla="*/ 2026763 w 2438710"/>
              <a:gd name="connsiteY55" fmla="*/ 481386 h 1537188"/>
              <a:gd name="connsiteX56" fmla="*/ 2017336 w 2438710"/>
              <a:gd name="connsiteY56" fmla="*/ 226863 h 1537188"/>
              <a:gd name="connsiteX57" fmla="*/ 1998482 w 2438710"/>
              <a:gd name="connsiteY57" fmla="*/ 198582 h 1537188"/>
              <a:gd name="connsiteX58" fmla="*/ 1989055 w 2438710"/>
              <a:gd name="connsiteY58" fmla="*/ 170302 h 1537188"/>
              <a:gd name="connsiteX59" fmla="*/ 1941921 w 2438710"/>
              <a:gd name="connsiteY59" fmla="*/ 113741 h 1537188"/>
              <a:gd name="connsiteX60" fmla="*/ 1904214 w 2438710"/>
              <a:gd name="connsiteY60" fmla="*/ 104314 h 1537188"/>
              <a:gd name="connsiteX61" fmla="*/ 1875934 w 2438710"/>
              <a:gd name="connsiteY61" fmla="*/ 94887 h 1537188"/>
              <a:gd name="connsiteX62" fmla="*/ 1809946 w 2438710"/>
              <a:gd name="connsiteY62" fmla="*/ 57180 h 1537188"/>
              <a:gd name="connsiteX63" fmla="*/ 1762812 w 2438710"/>
              <a:gd name="connsiteY63" fmla="*/ 47753 h 1537188"/>
              <a:gd name="connsiteX64" fmla="*/ 1659117 w 2438710"/>
              <a:gd name="connsiteY64" fmla="*/ 28900 h 1537188"/>
              <a:gd name="connsiteX65" fmla="*/ 1611983 w 2438710"/>
              <a:gd name="connsiteY65" fmla="*/ 10046 h 1537188"/>
              <a:gd name="connsiteX66" fmla="*/ 1404593 w 2438710"/>
              <a:gd name="connsiteY66" fmla="*/ 10046 h 1537188"/>
              <a:gd name="connsiteX67" fmla="*/ 1366886 w 2438710"/>
              <a:gd name="connsiteY67" fmla="*/ 19473 h 1537188"/>
              <a:gd name="connsiteX68" fmla="*/ 1282045 w 2438710"/>
              <a:gd name="connsiteY68" fmla="*/ 28900 h 1537188"/>
              <a:gd name="connsiteX69" fmla="*/ 1225484 w 2438710"/>
              <a:gd name="connsiteY69" fmla="*/ 47753 h 1537188"/>
              <a:gd name="connsiteX70" fmla="*/ 1197204 w 2438710"/>
              <a:gd name="connsiteY70" fmla="*/ 57180 h 1537188"/>
              <a:gd name="connsiteX71" fmla="*/ 1131216 w 2438710"/>
              <a:gd name="connsiteY71" fmla="*/ 85461 h 1537188"/>
              <a:gd name="connsiteX72" fmla="*/ 1046375 w 2438710"/>
              <a:gd name="connsiteY72" fmla="*/ 94887 h 1537188"/>
              <a:gd name="connsiteX73" fmla="*/ 989814 w 2438710"/>
              <a:gd name="connsiteY73" fmla="*/ 113741 h 1537188"/>
              <a:gd name="connsiteX74" fmla="*/ 895546 w 2438710"/>
              <a:gd name="connsiteY74" fmla="*/ 132595 h 1537188"/>
              <a:gd name="connsiteX75" fmla="*/ 838985 w 2438710"/>
              <a:gd name="connsiteY75" fmla="*/ 151448 h 1537188"/>
              <a:gd name="connsiteX76" fmla="*/ 754144 w 2438710"/>
              <a:gd name="connsiteY76" fmla="*/ 170302 h 1537188"/>
              <a:gd name="connsiteX77" fmla="*/ 716437 w 2438710"/>
              <a:gd name="connsiteY77" fmla="*/ 179729 h 1537188"/>
              <a:gd name="connsiteX78" fmla="*/ 688156 w 2438710"/>
              <a:gd name="connsiteY78" fmla="*/ 189155 h 1537188"/>
              <a:gd name="connsiteX79" fmla="*/ 641022 w 2438710"/>
              <a:gd name="connsiteY79" fmla="*/ 198582 h 1537188"/>
              <a:gd name="connsiteX80" fmla="*/ 612742 w 2438710"/>
              <a:gd name="connsiteY80" fmla="*/ 208009 h 1537188"/>
              <a:gd name="connsiteX81" fmla="*/ 575035 w 2438710"/>
              <a:gd name="connsiteY81" fmla="*/ 217436 h 1537188"/>
              <a:gd name="connsiteX82" fmla="*/ 546754 w 2438710"/>
              <a:gd name="connsiteY82" fmla="*/ 226863 h 1537188"/>
              <a:gd name="connsiteX83" fmla="*/ 414779 w 2438710"/>
              <a:gd name="connsiteY83" fmla="*/ 264570 h 1537188"/>
              <a:gd name="connsiteX84" fmla="*/ 311084 w 2438710"/>
              <a:gd name="connsiteY84" fmla="*/ 292850 h 1537188"/>
              <a:gd name="connsiteX85" fmla="*/ 263950 w 2438710"/>
              <a:gd name="connsiteY85" fmla="*/ 311704 h 1537188"/>
              <a:gd name="connsiteX86" fmla="*/ 207389 w 2438710"/>
              <a:gd name="connsiteY86" fmla="*/ 330557 h 1537188"/>
              <a:gd name="connsiteX87" fmla="*/ 141402 w 2438710"/>
              <a:gd name="connsiteY87" fmla="*/ 358838 h 1537188"/>
              <a:gd name="connsiteX88" fmla="*/ 113121 w 2438710"/>
              <a:gd name="connsiteY88" fmla="*/ 387118 h 1537188"/>
              <a:gd name="connsiteX89" fmla="*/ 47134 w 2438710"/>
              <a:gd name="connsiteY89" fmla="*/ 424825 h 1537188"/>
              <a:gd name="connsiteX90" fmla="*/ 0 w 2438710"/>
              <a:gd name="connsiteY90" fmla="*/ 481386 h 1537188"/>
              <a:gd name="connsiteX91" fmla="*/ 18853 w 2438710"/>
              <a:gd name="connsiteY91" fmla="*/ 585081 h 1537188"/>
              <a:gd name="connsiteX92" fmla="*/ 56560 w 2438710"/>
              <a:gd name="connsiteY92" fmla="*/ 651069 h 1537188"/>
              <a:gd name="connsiteX93" fmla="*/ 75414 w 2438710"/>
              <a:gd name="connsiteY93" fmla="*/ 707630 h 1537188"/>
              <a:gd name="connsiteX94" fmla="*/ 94268 w 2438710"/>
              <a:gd name="connsiteY94" fmla="*/ 735910 h 1537188"/>
              <a:gd name="connsiteX95" fmla="*/ 47134 w 2438710"/>
              <a:gd name="connsiteY95" fmla="*/ 679349 h 1537188"/>
              <a:gd name="connsiteX0" fmla="*/ 47134 w 2438710"/>
              <a:gd name="connsiteY0" fmla="*/ 679349 h 1537188"/>
              <a:gd name="connsiteX1" fmla="*/ 47134 w 2438710"/>
              <a:gd name="connsiteY1" fmla="*/ 679349 h 1537188"/>
              <a:gd name="connsiteX2" fmla="*/ 141402 w 2438710"/>
              <a:gd name="connsiteY2" fmla="*/ 745337 h 1537188"/>
              <a:gd name="connsiteX3" fmla="*/ 169682 w 2438710"/>
              <a:gd name="connsiteY3" fmla="*/ 764190 h 1537188"/>
              <a:gd name="connsiteX4" fmla="*/ 197963 w 2438710"/>
              <a:gd name="connsiteY4" fmla="*/ 783044 h 1537188"/>
              <a:gd name="connsiteX5" fmla="*/ 216816 w 2438710"/>
              <a:gd name="connsiteY5" fmla="*/ 811324 h 1537188"/>
              <a:gd name="connsiteX6" fmla="*/ 216816 w 2438710"/>
              <a:gd name="connsiteY6" fmla="*/ 1065848 h 1537188"/>
              <a:gd name="connsiteX7" fmla="*/ 207389 w 2438710"/>
              <a:gd name="connsiteY7" fmla="*/ 1094129 h 1537188"/>
              <a:gd name="connsiteX8" fmla="*/ 179109 w 2438710"/>
              <a:gd name="connsiteY8" fmla="*/ 1122409 h 1537188"/>
              <a:gd name="connsiteX9" fmla="*/ 150829 w 2438710"/>
              <a:gd name="connsiteY9" fmla="*/ 1188397 h 1537188"/>
              <a:gd name="connsiteX10" fmla="*/ 131975 w 2438710"/>
              <a:gd name="connsiteY10" fmla="*/ 1216677 h 1537188"/>
              <a:gd name="connsiteX11" fmla="*/ 150829 w 2438710"/>
              <a:gd name="connsiteY11" fmla="*/ 1386359 h 1537188"/>
              <a:gd name="connsiteX12" fmla="*/ 160255 w 2438710"/>
              <a:gd name="connsiteY12" fmla="*/ 1442920 h 1537188"/>
              <a:gd name="connsiteX13" fmla="*/ 197963 w 2438710"/>
              <a:gd name="connsiteY13" fmla="*/ 1527762 h 1537188"/>
              <a:gd name="connsiteX14" fmla="*/ 226243 w 2438710"/>
              <a:gd name="connsiteY14" fmla="*/ 1537188 h 1537188"/>
              <a:gd name="connsiteX15" fmla="*/ 348791 w 2438710"/>
              <a:gd name="connsiteY15" fmla="*/ 1527762 h 1537188"/>
              <a:gd name="connsiteX16" fmla="*/ 405352 w 2438710"/>
              <a:gd name="connsiteY16" fmla="*/ 1508908 h 1537188"/>
              <a:gd name="connsiteX17" fmla="*/ 461913 w 2438710"/>
              <a:gd name="connsiteY17" fmla="*/ 1490054 h 1537188"/>
              <a:gd name="connsiteX18" fmla="*/ 490193 w 2438710"/>
              <a:gd name="connsiteY18" fmla="*/ 1471201 h 1537188"/>
              <a:gd name="connsiteX19" fmla="*/ 575035 w 2438710"/>
              <a:gd name="connsiteY19" fmla="*/ 1461774 h 1537188"/>
              <a:gd name="connsiteX20" fmla="*/ 678730 w 2438710"/>
              <a:gd name="connsiteY20" fmla="*/ 1433494 h 1537188"/>
              <a:gd name="connsiteX21" fmla="*/ 735290 w 2438710"/>
              <a:gd name="connsiteY21" fmla="*/ 1414640 h 1537188"/>
              <a:gd name="connsiteX22" fmla="*/ 791851 w 2438710"/>
              <a:gd name="connsiteY22" fmla="*/ 1405213 h 1537188"/>
              <a:gd name="connsiteX23" fmla="*/ 914400 w 2438710"/>
              <a:gd name="connsiteY23" fmla="*/ 1386359 h 1537188"/>
              <a:gd name="connsiteX24" fmla="*/ 999241 w 2438710"/>
              <a:gd name="connsiteY24" fmla="*/ 1358079 h 1537188"/>
              <a:gd name="connsiteX25" fmla="*/ 1112363 w 2438710"/>
              <a:gd name="connsiteY25" fmla="*/ 1339225 h 1537188"/>
              <a:gd name="connsiteX26" fmla="*/ 1338606 w 2438710"/>
              <a:gd name="connsiteY26" fmla="*/ 1348652 h 1537188"/>
              <a:gd name="connsiteX27" fmla="*/ 1366886 w 2438710"/>
              <a:gd name="connsiteY27" fmla="*/ 1358079 h 1537188"/>
              <a:gd name="connsiteX28" fmla="*/ 1404593 w 2438710"/>
              <a:gd name="connsiteY28" fmla="*/ 1386359 h 1537188"/>
              <a:gd name="connsiteX29" fmla="*/ 1432874 w 2438710"/>
              <a:gd name="connsiteY29" fmla="*/ 1395786 h 1537188"/>
              <a:gd name="connsiteX30" fmla="*/ 1480008 w 2438710"/>
              <a:gd name="connsiteY30" fmla="*/ 1414640 h 1537188"/>
              <a:gd name="connsiteX31" fmla="*/ 1536569 w 2438710"/>
              <a:gd name="connsiteY31" fmla="*/ 1433494 h 1537188"/>
              <a:gd name="connsiteX32" fmla="*/ 1687398 w 2438710"/>
              <a:gd name="connsiteY32" fmla="*/ 1424067 h 1537188"/>
              <a:gd name="connsiteX33" fmla="*/ 1791092 w 2438710"/>
              <a:gd name="connsiteY33" fmla="*/ 1405213 h 1537188"/>
              <a:gd name="connsiteX34" fmla="*/ 1828800 w 2438710"/>
              <a:gd name="connsiteY34" fmla="*/ 1395786 h 1537188"/>
              <a:gd name="connsiteX35" fmla="*/ 1885360 w 2438710"/>
              <a:gd name="connsiteY35" fmla="*/ 1376933 h 1537188"/>
              <a:gd name="connsiteX36" fmla="*/ 1913641 w 2438710"/>
              <a:gd name="connsiteY36" fmla="*/ 1358079 h 1537188"/>
              <a:gd name="connsiteX37" fmla="*/ 1941921 w 2438710"/>
              <a:gd name="connsiteY37" fmla="*/ 1348652 h 1537188"/>
              <a:gd name="connsiteX38" fmla="*/ 1989055 w 2438710"/>
              <a:gd name="connsiteY38" fmla="*/ 1329799 h 1537188"/>
              <a:gd name="connsiteX39" fmla="*/ 2073897 w 2438710"/>
              <a:gd name="connsiteY39" fmla="*/ 1301518 h 1537188"/>
              <a:gd name="connsiteX40" fmla="*/ 2130457 w 2438710"/>
              <a:gd name="connsiteY40" fmla="*/ 1263811 h 1537188"/>
              <a:gd name="connsiteX41" fmla="*/ 2158738 w 2438710"/>
              <a:gd name="connsiteY41" fmla="*/ 1254384 h 1537188"/>
              <a:gd name="connsiteX42" fmla="*/ 2215299 w 2438710"/>
              <a:gd name="connsiteY42" fmla="*/ 1207250 h 1537188"/>
              <a:gd name="connsiteX43" fmla="*/ 2234152 w 2438710"/>
              <a:gd name="connsiteY43" fmla="*/ 1178970 h 1537188"/>
              <a:gd name="connsiteX44" fmla="*/ 2262433 w 2438710"/>
              <a:gd name="connsiteY44" fmla="*/ 1169543 h 1537188"/>
              <a:gd name="connsiteX45" fmla="*/ 2309567 w 2438710"/>
              <a:gd name="connsiteY45" fmla="*/ 1131836 h 1537188"/>
              <a:gd name="connsiteX46" fmla="*/ 2347274 w 2438710"/>
              <a:gd name="connsiteY46" fmla="*/ 1065848 h 1537188"/>
              <a:gd name="connsiteX47" fmla="*/ 2366128 w 2438710"/>
              <a:gd name="connsiteY47" fmla="*/ 1037568 h 1537188"/>
              <a:gd name="connsiteX48" fmla="*/ 2384981 w 2438710"/>
              <a:gd name="connsiteY48" fmla="*/ 999861 h 1537188"/>
              <a:gd name="connsiteX49" fmla="*/ 2422688 w 2438710"/>
              <a:gd name="connsiteY49" fmla="*/ 764190 h 1537188"/>
              <a:gd name="connsiteX50" fmla="*/ 2092751 w 2438710"/>
              <a:gd name="connsiteY50" fmla="*/ 952727 h 1537188"/>
              <a:gd name="connsiteX51" fmla="*/ 2102177 w 2438710"/>
              <a:gd name="connsiteY51" fmla="*/ 594508 h 1537188"/>
              <a:gd name="connsiteX52" fmla="*/ 2092750 w 2438710"/>
              <a:gd name="connsiteY52" fmla="*/ 566228 h 1537188"/>
              <a:gd name="connsiteX53" fmla="*/ 2045616 w 2438710"/>
              <a:gd name="connsiteY53" fmla="*/ 509667 h 1537188"/>
              <a:gd name="connsiteX54" fmla="*/ 2026763 w 2438710"/>
              <a:gd name="connsiteY54" fmla="*/ 481386 h 1537188"/>
              <a:gd name="connsiteX55" fmla="*/ 2017336 w 2438710"/>
              <a:gd name="connsiteY55" fmla="*/ 226863 h 1537188"/>
              <a:gd name="connsiteX56" fmla="*/ 1998482 w 2438710"/>
              <a:gd name="connsiteY56" fmla="*/ 198582 h 1537188"/>
              <a:gd name="connsiteX57" fmla="*/ 1989055 w 2438710"/>
              <a:gd name="connsiteY57" fmla="*/ 170302 h 1537188"/>
              <a:gd name="connsiteX58" fmla="*/ 1941921 w 2438710"/>
              <a:gd name="connsiteY58" fmla="*/ 113741 h 1537188"/>
              <a:gd name="connsiteX59" fmla="*/ 1904214 w 2438710"/>
              <a:gd name="connsiteY59" fmla="*/ 104314 h 1537188"/>
              <a:gd name="connsiteX60" fmla="*/ 1875934 w 2438710"/>
              <a:gd name="connsiteY60" fmla="*/ 94887 h 1537188"/>
              <a:gd name="connsiteX61" fmla="*/ 1809946 w 2438710"/>
              <a:gd name="connsiteY61" fmla="*/ 57180 h 1537188"/>
              <a:gd name="connsiteX62" fmla="*/ 1762812 w 2438710"/>
              <a:gd name="connsiteY62" fmla="*/ 47753 h 1537188"/>
              <a:gd name="connsiteX63" fmla="*/ 1659117 w 2438710"/>
              <a:gd name="connsiteY63" fmla="*/ 28900 h 1537188"/>
              <a:gd name="connsiteX64" fmla="*/ 1611983 w 2438710"/>
              <a:gd name="connsiteY64" fmla="*/ 10046 h 1537188"/>
              <a:gd name="connsiteX65" fmla="*/ 1404593 w 2438710"/>
              <a:gd name="connsiteY65" fmla="*/ 10046 h 1537188"/>
              <a:gd name="connsiteX66" fmla="*/ 1366886 w 2438710"/>
              <a:gd name="connsiteY66" fmla="*/ 19473 h 1537188"/>
              <a:gd name="connsiteX67" fmla="*/ 1282045 w 2438710"/>
              <a:gd name="connsiteY67" fmla="*/ 28900 h 1537188"/>
              <a:gd name="connsiteX68" fmla="*/ 1225484 w 2438710"/>
              <a:gd name="connsiteY68" fmla="*/ 47753 h 1537188"/>
              <a:gd name="connsiteX69" fmla="*/ 1197204 w 2438710"/>
              <a:gd name="connsiteY69" fmla="*/ 57180 h 1537188"/>
              <a:gd name="connsiteX70" fmla="*/ 1131216 w 2438710"/>
              <a:gd name="connsiteY70" fmla="*/ 85461 h 1537188"/>
              <a:gd name="connsiteX71" fmla="*/ 1046375 w 2438710"/>
              <a:gd name="connsiteY71" fmla="*/ 94887 h 1537188"/>
              <a:gd name="connsiteX72" fmla="*/ 989814 w 2438710"/>
              <a:gd name="connsiteY72" fmla="*/ 113741 h 1537188"/>
              <a:gd name="connsiteX73" fmla="*/ 895546 w 2438710"/>
              <a:gd name="connsiteY73" fmla="*/ 132595 h 1537188"/>
              <a:gd name="connsiteX74" fmla="*/ 838985 w 2438710"/>
              <a:gd name="connsiteY74" fmla="*/ 151448 h 1537188"/>
              <a:gd name="connsiteX75" fmla="*/ 754144 w 2438710"/>
              <a:gd name="connsiteY75" fmla="*/ 170302 h 1537188"/>
              <a:gd name="connsiteX76" fmla="*/ 716437 w 2438710"/>
              <a:gd name="connsiteY76" fmla="*/ 179729 h 1537188"/>
              <a:gd name="connsiteX77" fmla="*/ 688156 w 2438710"/>
              <a:gd name="connsiteY77" fmla="*/ 189155 h 1537188"/>
              <a:gd name="connsiteX78" fmla="*/ 641022 w 2438710"/>
              <a:gd name="connsiteY78" fmla="*/ 198582 h 1537188"/>
              <a:gd name="connsiteX79" fmla="*/ 612742 w 2438710"/>
              <a:gd name="connsiteY79" fmla="*/ 208009 h 1537188"/>
              <a:gd name="connsiteX80" fmla="*/ 575035 w 2438710"/>
              <a:gd name="connsiteY80" fmla="*/ 217436 h 1537188"/>
              <a:gd name="connsiteX81" fmla="*/ 546754 w 2438710"/>
              <a:gd name="connsiteY81" fmla="*/ 226863 h 1537188"/>
              <a:gd name="connsiteX82" fmla="*/ 414779 w 2438710"/>
              <a:gd name="connsiteY82" fmla="*/ 264570 h 1537188"/>
              <a:gd name="connsiteX83" fmla="*/ 311084 w 2438710"/>
              <a:gd name="connsiteY83" fmla="*/ 292850 h 1537188"/>
              <a:gd name="connsiteX84" fmla="*/ 263950 w 2438710"/>
              <a:gd name="connsiteY84" fmla="*/ 311704 h 1537188"/>
              <a:gd name="connsiteX85" fmla="*/ 207389 w 2438710"/>
              <a:gd name="connsiteY85" fmla="*/ 330557 h 1537188"/>
              <a:gd name="connsiteX86" fmla="*/ 141402 w 2438710"/>
              <a:gd name="connsiteY86" fmla="*/ 358838 h 1537188"/>
              <a:gd name="connsiteX87" fmla="*/ 113121 w 2438710"/>
              <a:gd name="connsiteY87" fmla="*/ 387118 h 1537188"/>
              <a:gd name="connsiteX88" fmla="*/ 47134 w 2438710"/>
              <a:gd name="connsiteY88" fmla="*/ 424825 h 1537188"/>
              <a:gd name="connsiteX89" fmla="*/ 0 w 2438710"/>
              <a:gd name="connsiteY89" fmla="*/ 481386 h 1537188"/>
              <a:gd name="connsiteX90" fmla="*/ 18853 w 2438710"/>
              <a:gd name="connsiteY90" fmla="*/ 585081 h 1537188"/>
              <a:gd name="connsiteX91" fmla="*/ 56560 w 2438710"/>
              <a:gd name="connsiteY91" fmla="*/ 651069 h 1537188"/>
              <a:gd name="connsiteX92" fmla="*/ 75414 w 2438710"/>
              <a:gd name="connsiteY92" fmla="*/ 707630 h 1537188"/>
              <a:gd name="connsiteX93" fmla="*/ 94268 w 2438710"/>
              <a:gd name="connsiteY93" fmla="*/ 735910 h 1537188"/>
              <a:gd name="connsiteX94" fmla="*/ 47134 w 2438710"/>
              <a:gd name="connsiteY94" fmla="*/ 679349 h 1537188"/>
              <a:gd name="connsiteX0" fmla="*/ 47134 w 2402395"/>
              <a:gd name="connsiteY0" fmla="*/ 679349 h 1537188"/>
              <a:gd name="connsiteX1" fmla="*/ 47134 w 2402395"/>
              <a:gd name="connsiteY1" fmla="*/ 679349 h 1537188"/>
              <a:gd name="connsiteX2" fmla="*/ 141402 w 2402395"/>
              <a:gd name="connsiteY2" fmla="*/ 745337 h 1537188"/>
              <a:gd name="connsiteX3" fmla="*/ 169682 w 2402395"/>
              <a:gd name="connsiteY3" fmla="*/ 764190 h 1537188"/>
              <a:gd name="connsiteX4" fmla="*/ 197963 w 2402395"/>
              <a:gd name="connsiteY4" fmla="*/ 783044 h 1537188"/>
              <a:gd name="connsiteX5" fmla="*/ 216816 w 2402395"/>
              <a:gd name="connsiteY5" fmla="*/ 811324 h 1537188"/>
              <a:gd name="connsiteX6" fmla="*/ 216816 w 2402395"/>
              <a:gd name="connsiteY6" fmla="*/ 1065848 h 1537188"/>
              <a:gd name="connsiteX7" fmla="*/ 207389 w 2402395"/>
              <a:gd name="connsiteY7" fmla="*/ 1094129 h 1537188"/>
              <a:gd name="connsiteX8" fmla="*/ 179109 w 2402395"/>
              <a:gd name="connsiteY8" fmla="*/ 1122409 h 1537188"/>
              <a:gd name="connsiteX9" fmla="*/ 150829 w 2402395"/>
              <a:gd name="connsiteY9" fmla="*/ 1188397 h 1537188"/>
              <a:gd name="connsiteX10" fmla="*/ 131975 w 2402395"/>
              <a:gd name="connsiteY10" fmla="*/ 1216677 h 1537188"/>
              <a:gd name="connsiteX11" fmla="*/ 150829 w 2402395"/>
              <a:gd name="connsiteY11" fmla="*/ 1386359 h 1537188"/>
              <a:gd name="connsiteX12" fmla="*/ 160255 w 2402395"/>
              <a:gd name="connsiteY12" fmla="*/ 1442920 h 1537188"/>
              <a:gd name="connsiteX13" fmla="*/ 197963 w 2402395"/>
              <a:gd name="connsiteY13" fmla="*/ 1527762 h 1537188"/>
              <a:gd name="connsiteX14" fmla="*/ 226243 w 2402395"/>
              <a:gd name="connsiteY14" fmla="*/ 1537188 h 1537188"/>
              <a:gd name="connsiteX15" fmla="*/ 348791 w 2402395"/>
              <a:gd name="connsiteY15" fmla="*/ 1527762 h 1537188"/>
              <a:gd name="connsiteX16" fmla="*/ 405352 w 2402395"/>
              <a:gd name="connsiteY16" fmla="*/ 1508908 h 1537188"/>
              <a:gd name="connsiteX17" fmla="*/ 461913 w 2402395"/>
              <a:gd name="connsiteY17" fmla="*/ 1490054 h 1537188"/>
              <a:gd name="connsiteX18" fmla="*/ 490193 w 2402395"/>
              <a:gd name="connsiteY18" fmla="*/ 1471201 h 1537188"/>
              <a:gd name="connsiteX19" fmla="*/ 575035 w 2402395"/>
              <a:gd name="connsiteY19" fmla="*/ 1461774 h 1537188"/>
              <a:gd name="connsiteX20" fmla="*/ 678730 w 2402395"/>
              <a:gd name="connsiteY20" fmla="*/ 1433494 h 1537188"/>
              <a:gd name="connsiteX21" fmla="*/ 735290 w 2402395"/>
              <a:gd name="connsiteY21" fmla="*/ 1414640 h 1537188"/>
              <a:gd name="connsiteX22" fmla="*/ 791851 w 2402395"/>
              <a:gd name="connsiteY22" fmla="*/ 1405213 h 1537188"/>
              <a:gd name="connsiteX23" fmla="*/ 914400 w 2402395"/>
              <a:gd name="connsiteY23" fmla="*/ 1386359 h 1537188"/>
              <a:gd name="connsiteX24" fmla="*/ 999241 w 2402395"/>
              <a:gd name="connsiteY24" fmla="*/ 1358079 h 1537188"/>
              <a:gd name="connsiteX25" fmla="*/ 1112363 w 2402395"/>
              <a:gd name="connsiteY25" fmla="*/ 1339225 h 1537188"/>
              <a:gd name="connsiteX26" fmla="*/ 1338606 w 2402395"/>
              <a:gd name="connsiteY26" fmla="*/ 1348652 h 1537188"/>
              <a:gd name="connsiteX27" fmla="*/ 1366886 w 2402395"/>
              <a:gd name="connsiteY27" fmla="*/ 1358079 h 1537188"/>
              <a:gd name="connsiteX28" fmla="*/ 1404593 w 2402395"/>
              <a:gd name="connsiteY28" fmla="*/ 1386359 h 1537188"/>
              <a:gd name="connsiteX29" fmla="*/ 1432874 w 2402395"/>
              <a:gd name="connsiteY29" fmla="*/ 1395786 h 1537188"/>
              <a:gd name="connsiteX30" fmla="*/ 1480008 w 2402395"/>
              <a:gd name="connsiteY30" fmla="*/ 1414640 h 1537188"/>
              <a:gd name="connsiteX31" fmla="*/ 1536569 w 2402395"/>
              <a:gd name="connsiteY31" fmla="*/ 1433494 h 1537188"/>
              <a:gd name="connsiteX32" fmla="*/ 1687398 w 2402395"/>
              <a:gd name="connsiteY32" fmla="*/ 1424067 h 1537188"/>
              <a:gd name="connsiteX33" fmla="*/ 1791092 w 2402395"/>
              <a:gd name="connsiteY33" fmla="*/ 1405213 h 1537188"/>
              <a:gd name="connsiteX34" fmla="*/ 1828800 w 2402395"/>
              <a:gd name="connsiteY34" fmla="*/ 1395786 h 1537188"/>
              <a:gd name="connsiteX35" fmla="*/ 1885360 w 2402395"/>
              <a:gd name="connsiteY35" fmla="*/ 1376933 h 1537188"/>
              <a:gd name="connsiteX36" fmla="*/ 1913641 w 2402395"/>
              <a:gd name="connsiteY36" fmla="*/ 1358079 h 1537188"/>
              <a:gd name="connsiteX37" fmla="*/ 1941921 w 2402395"/>
              <a:gd name="connsiteY37" fmla="*/ 1348652 h 1537188"/>
              <a:gd name="connsiteX38" fmla="*/ 1989055 w 2402395"/>
              <a:gd name="connsiteY38" fmla="*/ 1329799 h 1537188"/>
              <a:gd name="connsiteX39" fmla="*/ 2073897 w 2402395"/>
              <a:gd name="connsiteY39" fmla="*/ 1301518 h 1537188"/>
              <a:gd name="connsiteX40" fmla="*/ 2130457 w 2402395"/>
              <a:gd name="connsiteY40" fmla="*/ 1263811 h 1537188"/>
              <a:gd name="connsiteX41" fmla="*/ 2158738 w 2402395"/>
              <a:gd name="connsiteY41" fmla="*/ 1254384 h 1537188"/>
              <a:gd name="connsiteX42" fmla="*/ 2215299 w 2402395"/>
              <a:gd name="connsiteY42" fmla="*/ 1207250 h 1537188"/>
              <a:gd name="connsiteX43" fmla="*/ 2234152 w 2402395"/>
              <a:gd name="connsiteY43" fmla="*/ 1178970 h 1537188"/>
              <a:gd name="connsiteX44" fmla="*/ 2262433 w 2402395"/>
              <a:gd name="connsiteY44" fmla="*/ 1169543 h 1537188"/>
              <a:gd name="connsiteX45" fmla="*/ 2309567 w 2402395"/>
              <a:gd name="connsiteY45" fmla="*/ 1131836 h 1537188"/>
              <a:gd name="connsiteX46" fmla="*/ 2347274 w 2402395"/>
              <a:gd name="connsiteY46" fmla="*/ 1065848 h 1537188"/>
              <a:gd name="connsiteX47" fmla="*/ 2366128 w 2402395"/>
              <a:gd name="connsiteY47" fmla="*/ 1037568 h 1537188"/>
              <a:gd name="connsiteX48" fmla="*/ 2384981 w 2402395"/>
              <a:gd name="connsiteY48" fmla="*/ 999861 h 1537188"/>
              <a:gd name="connsiteX49" fmla="*/ 2092751 w 2402395"/>
              <a:gd name="connsiteY49" fmla="*/ 952727 h 1537188"/>
              <a:gd name="connsiteX50" fmla="*/ 2102177 w 2402395"/>
              <a:gd name="connsiteY50" fmla="*/ 594508 h 1537188"/>
              <a:gd name="connsiteX51" fmla="*/ 2092750 w 2402395"/>
              <a:gd name="connsiteY51" fmla="*/ 566228 h 1537188"/>
              <a:gd name="connsiteX52" fmla="*/ 2045616 w 2402395"/>
              <a:gd name="connsiteY52" fmla="*/ 509667 h 1537188"/>
              <a:gd name="connsiteX53" fmla="*/ 2026763 w 2402395"/>
              <a:gd name="connsiteY53" fmla="*/ 481386 h 1537188"/>
              <a:gd name="connsiteX54" fmla="*/ 2017336 w 2402395"/>
              <a:gd name="connsiteY54" fmla="*/ 226863 h 1537188"/>
              <a:gd name="connsiteX55" fmla="*/ 1998482 w 2402395"/>
              <a:gd name="connsiteY55" fmla="*/ 198582 h 1537188"/>
              <a:gd name="connsiteX56" fmla="*/ 1989055 w 2402395"/>
              <a:gd name="connsiteY56" fmla="*/ 170302 h 1537188"/>
              <a:gd name="connsiteX57" fmla="*/ 1941921 w 2402395"/>
              <a:gd name="connsiteY57" fmla="*/ 113741 h 1537188"/>
              <a:gd name="connsiteX58" fmla="*/ 1904214 w 2402395"/>
              <a:gd name="connsiteY58" fmla="*/ 104314 h 1537188"/>
              <a:gd name="connsiteX59" fmla="*/ 1875934 w 2402395"/>
              <a:gd name="connsiteY59" fmla="*/ 94887 h 1537188"/>
              <a:gd name="connsiteX60" fmla="*/ 1809946 w 2402395"/>
              <a:gd name="connsiteY60" fmla="*/ 57180 h 1537188"/>
              <a:gd name="connsiteX61" fmla="*/ 1762812 w 2402395"/>
              <a:gd name="connsiteY61" fmla="*/ 47753 h 1537188"/>
              <a:gd name="connsiteX62" fmla="*/ 1659117 w 2402395"/>
              <a:gd name="connsiteY62" fmla="*/ 28900 h 1537188"/>
              <a:gd name="connsiteX63" fmla="*/ 1611983 w 2402395"/>
              <a:gd name="connsiteY63" fmla="*/ 10046 h 1537188"/>
              <a:gd name="connsiteX64" fmla="*/ 1404593 w 2402395"/>
              <a:gd name="connsiteY64" fmla="*/ 10046 h 1537188"/>
              <a:gd name="connsiteX65" fmla="*/ 1366886 w 2402395"/>
              <a:gd name="connsiteY65" fmla="*/ 19473 h 1537188"/>
              <a:gd name="connsiteX66" fmla="*/ 1282045 w 2402395"/>
              <a:gd name="connsiteY66" fmla="*/ 28900 h 1537188"/>
              <a:gd name="connsiteX67" fmla="*/ 1225484 w 2402395"/>
              <a:gd name="connsiteY67" fmla="*/ 47753 h 1537188"/>
              <a:gd name="connsiteX68" fmla="*/ 1197204 w 2402395"/>
              <a:gd name="connsiteY68" fmla="*/ 57180 h 1537188"/>
              <a:gd name="connsiteX69" fmla="*/ 1131216 w 2402395"/>
              <a:gd name="connsiteY69" fmla="*/ 85461 h 1537188"/>
              <a:gd name="connsiteX70" fmla="*/ 1046375 w 2402395"/>
              <a:gd name="connsiteY70" fmla="*/ 94887 h 1537188"/>
              <a:gd name="connsiteX71" fmla="*/ 989814 w 2402395"/>
              <a:gd name="connsiteY71" fmla="*/ 113741 h 1537188"/>
              <a:gd name="connsiteX72" fmla="*/ 895546 w 2402395"/>
              <a:gd name="connsiteY72" fmla="*/ 132595 h 1537188"/>
              <a:gd name="connsiteX73" fmla="*/ 838985 w 2402395"/>
              <a:gd name="connsiteY73" fmla="*/ 151448 h 1537188"/>
              <a:gd name="connsiteX74" fmla="*/ 754144 w 2402395"/>
              <a:gd name="connsiteY74" fmla="*/ 170302 h 1537188"/>
              <a:gd name="connsiteX75" fmla="*/ 716437 w 2402395"/>
              <a:gd name="connsiteY75" fmla="*/ 179729 h 1537188"/>
              <a:gd name="connsiteX76" fmla="*/ 688156 w 2402395"/>
              <a:gd name="connsiteY76" fmla="*/ 189155 h 1537188"/>
              <a:gd name="connsiteX77" fmla="*/ 641022 w 2402395"/>
              <a:gd name="connsiteY77" fmla="*/ 198582 h 1537188"/>
              <a:gd name="connsiteX78" fmla="*/ 612742 w 2402395"/>
              <a:gd name="connsiteY78" fmla="*/ 208009 h 1537188"/>
              <a:gd name="connsiteX79" fmla="*/ 575035 w 2402395"/>
              <a:gd name="connsiteY79" fmla="*/ 217436 h 1537188"/>
              <a:gd name="connsiteX80" fmla="*/ 546754 w 2402395"/>
              <a:gd name="connsiteY80" fmla="*/ 226863 h 1537188"/>
              <a:gd name="connsiteX81" fmla="*/ 414779 w 2402395"/>
              <a:gd name="connsiteY81" fmla="*/ 264570 h 1537188"/>
              <a:gd name="connsiteX82" fmla="*/ 311084 w 2402395"/>
              <a:gd name="connsiteY82" fmla="*/ 292850 h 1537188"/>
              <a:gd name="connsiteX83" fmla="*/ 263950 w 2402395"/>
              <a:gd name="connsiteY83" fmla="*/ 311704 h 1537188"/>
              <a:gd name="connsiteX84" fmla="*/ 207389 w 2402395"/>
              <a:gd name="connsiteY84" fmla="*/ 330557 h 1537188"/>
              <a:gd name="connsiteX85" fmla="*/ 141402 w 2402395"/>
              <a:gd name="connsiteY85" fmla="*/ 358838 h 1537188"/>
              <a:gd name="connsiteX86" fmla="*/ 113121 w 2402395"/>
              <a:gd name="connsiteY86" fmla="*/ 387118 h 1537188"/>
              <a:gd name="connsiteX87" fmla="*/ 47134 w 2402395"/>
              <a:gd name="connsiteY87" fmla="*/ 424825 h 1537188"/>
              <a:gd name="connsiteX88" fmla="*/ 0 w 2402395"/>
              <a:gd name="connsiteY88" fmla="*/ 481386 h 1537188"/>
              <a:gd name="connsiteX89" fmla="*/ 18853 w 2402395"/>
              <a:gd name="connsiteY89" fmla="*/ 585081 h 1537188"/>
              <a:gd name="connsiteX90" fmla="*/ 56560 w 2402395"/>
              <a:gd name="connsiteY90" fmla="*/ 651069 h 1537188"/>
              <a:gd name="connsiteX91" fmla="*/ 75414 w 2402395"/>
              <a:gd name="connsiteY91" fmla="*/ 707630 h 1537188"/>
              <a:gd name="connsiteX92" fmla="*/ 94268 w 2402395"/>
              <a:gd name="connsiteY92" fmla="*/ 735910 h 1537188"/>
              <a:gd name="connsiteX93" fmla="*/ 47134 w 2402395"/>
              <a:gd name="connsiteY93" fmla="*/ 679349 h 1537188"/>
              <a:gd name="connsiteX0" fmla="*/ 47134 w 2419642"/>
              <a:gd name="connsiteY0" fmla="*/ 679349 h 1537188"/>
              <a:gd name="connsiteX1" fmla="*/ 47134 w 2419642"/>
              <a:gd name="connsiteY1" fmla="*/ 679349 h 1537188"/>
              <a:gd name="connsiteX2" fmla="*/ 141402 w 2419642"/>
              <a:gd name="connsiteY2" fmla="*/ 745337 h 1537188"/>
              <a:gd name="connsiteX3" fmla="*/ 169682 w 2419642"/>
              <a:gd name="connsiteY3" fmla="*/ 764190 h 1537188"/>
              <a:gd name="connsiteX4" fmla="*/ 197963 w 2419642"/>
              <a:gd name="connsiteY4" fmla="*/ 783044 h 1537188"/>
              <a:gd name="connsiteX5" fmla="*/ 216816 w 2419642"/>
              <a:gd name="connsiteY5" fmla="*/ 811324 h 1537188"/>
              <a:gd name="connsiteX6" fmla="*/ 216816 w 2419642"/>
              <a:gd name="connsiteY6" fmla="*/ 1065848 h 1537188"/>
              <a:gd name="connsiteX7" fmla="*/ 207389 w 2419642"/>
              <a:gd name="connsiteY7" fmla="*/ 1094129 h 1537188"/>
              <a:gd name="connsiteX8" fmla="*/ 179109 w 2419642"/>
              <a:gd name="connsiteY8" fmla="*/ 1122409 h 1537188"/>
              <a:gd name="connsiteX9" fmla="*/ 150829 w 2419642"/>
              <a:gd name="connsiteY9" fmla="*/ 1188397 h 1537188"/>
              <a:gd name="connsiteX10" fmla="*/ 131975 w 2419642"/>
              <a:gd name="connsiteY10" fmla="*/ 1216677 h 1537188"/>
              <a:gd name="connsiteX11" fmla="*/ 150829 w 2419642"/>
              <a:gd name="connsiteY11" fmla="*/ 1386359 h 1537188"/>
              <a:gd name="connsiteX12" fmla="*/ 160255 w 2419642"/>
              <a:gd name="connsiteY12" fmla="*/ 1442920 h 1537188"/>
              <a:gd name="connsiteX13" fmla="*/ 197963 w 2419642"/>
              <a:gd name="connsiteY13" fmla="*/ 1527762 h 1537188"/>
              <a:gd name="connsiteX14" fmla="*/ 226243 w 2419642"/>
              <a:gd name="connsiteY14" fmla="*/ 1537188 h 1537188"/>
              <a:gd name="connsiteX15" fmla="*/ 348791 w 2419642"/>
              <a:gd name="connsiteY15" fmla="*/ 1527762 h 1537188"/>
              <a:gd name="connsiteX16" fmla="*/ 405352 w 2419642"/>
              <a:gd name="connsiteY16" fmla="*/ 1508908 h 1537188"/>
              <a:gd name="connsiteX17" fmla="*/ 461913 w 2419642"/>
              <a:gd name="connsiteY17" fmla="*/ 1490054 h 1537188"/>
              <a:gd name="connsiteX18" fmla="*/ 490193 w 2419642"/>
              <a:gd name="connsiteY18" fmla="*/ 1471201 h 1537188"/>
              <a:gd name="connsiteX19" fmla="*/ 575035 w 2419642"/>
              <a:gd name="connsiteY19" fmla="*/ 1461774 h 1537188"/>
              <a:gd name="connsiteX20" fmla="*/ 678730 w 2419642"/>
              <a:gd name="connsiteY20" fmla="*/ 1433494 h 1537188"/>
              <a:gd name="connsiteX21" fmla="*/ 735290 w 2419642"/>
              <a:gd name="connsiteY21" fmla="*/ 1414640 h 1537188"/>
              <a:gd name="connsiteX22" fmla="*/ 791851 w 2419642"/>
              <a:gd name="connsiteY22" fmla="*/ 1405213 h 1537188"/>
              <a:gd name="connsiteX23" fmla="*/ 914400 w 2419642"/>
              <a:gd name="connsiteY23" fmla="*/ 1386359 h 1537188"/>
              <a:gd name="connsiteX24" fmla="*/ 999241 w 2419642"/>
              <a:gd name="connsiteY24" fmla="*/ 1358079 h 1537188"/>
              <a:gd name="connsiteX25" fmla="*/ 1112363 w 2419642"/>
              <a:gd name="connsiteY25" fmla="*/ 1339225 h 1537188"/>
              <a:gd name="connsiteX26" fmla="*/ 1338606 w 2419642"/>
              <a:gd name="connsiteY26" fmla="*/ 1348652 h 1537188"/>
              <a:gd name="connsiteX27" fmla="*/ 1366886 w 2419642"/>
              <a:gd name="connsiteY27" fmla="*/ 1358079 h 1537188"/>
              <a:gd name="connsiteX28" fmla="*/ 1404593 w 2419642"/>
              <a:gd name="connsiteY28" fmla="*/ 1386359 h 1537188"/>
              <a:gd name="connsiteX29" fmla="*/ 1432874 w 2419642"/>
              <a:gd name="connsiteY29" fmla="*/ 1395786 h 1537188"/>
              <a:gd name="connsiteX30" fmla="*/ 1480008 w 2419642"/>
              <a:gd name="connsiteY30" fmla="*/ 1414640 h 1537188"/>
              <a:gd name="connsiteX31" fmla="*/ 1536569 w 2419642"/>
              <a:gd name="connsiteY31" fmla="*/ 1433494 h 1537188"/>
              <a:gd name="connsiteX32" fmla="*/ 1687398 w 2419642"/>
              <a:gd name="connsiteY32" fmla="*/ 1424067 h 1537188"/>
              <a:gd name="connsiteX33" fmla="*/ 1791092 w 2419642"/>
              <a:gd name="connsiteY33" fmla="*/ 1405213 h 1537188"/>
              <a:gd name="connsiteX34" fmla="*/ 1828800 w 2419642"/>
              <a:gd name="connsiteY34" fmla="*/ 1395786 h 1537188"/>
              <a:gd name="connsiteX35" fmla="*/ 1885360 w 2419642"/>
              <a:gd name="connsiteY35" fmla="*/ 1376933 h 1537188"/>
              <a:gd name="connsiteX36" fmla="*/ 1913641 w 2419642"/>
              <a:gd name="connsiteY36" fmla="*/ 1358079 h 1537188"/>
              <a:gd name="connsiteX37" fmla="*/ 1941921 w 2419642"/>
              <a:gd name="connsiteY37" fmla="*/ 1348652 h 1537188"/>
              <a:gd name="connsiteX38" fmla="*/ 1989055 w 2419642"/>
              <a:gd name="connsiteY38" fmla="*/ 1329799 h 1537188"/>
              <a:gd name="connsiteX39" fmla="*/ 2073897 w 2419642"/>
              <a:gd name="connsiteY39" fmla="*/ 1301518 h 1537188"/>
              <a:gd name="connsiteX40" fmla="*/ 2130457 w 2419642"/>
              <a:gd name="connsiteY40" fmla="*/ 1263811 h 1537188"/>
              <a:gd name="connsiteX41" fmla="*/ 2158738 w 2419642"/>
              <a:gd name="connsiteY41" fmla="*/ 1254384 h 1537188"/>
              <a:gd name="connsiteX42" fmla="*/ 2215299 w 2419642"/>
              <a:gd name="connsiteY42" fmla="*/ 1207250 h 1537188"/>
              <a:gd name="connsiteX43" fmla="*/ 2234152 w 2419642"/>
              <a:gd name="connsiteY43" fmla="*/ 1178970 h 1537188"/>
              <a:gd name="connsiteX44" fmla="*/ 2262433 w 2419642"/>
              <a:gd name="connsiteY44" fmla="*/ 1169543 h 1537188"/>
              <a:gd name="connsiteX45" fmla="*/ 2309567 w 2419642"/>
              <a:gd name="connsiteY45" fmla="*/ 1131836 h 1537188"/>
              <a:gd name="connsiteX46" fmla="*/ 2347274 w 2419642"/>
              <a:gd name="connsiteY46" fmla="*/ 1065848 h 1537188"/>
              <a:gd name="connsiteX47" fmla="*/ 2366128 w 2419642"/>
              <a:gd name="connsiteY47" fmla="*/ 1037568 h 1537188"/>
              <a:gd name="connsiteX48" fmla="*/ 2384981 w 2419642"/>
              <a:gd name="connsiteY48" fmla="*/ 999861 h 1537188"/>
              <a:gd name="connsiteX49" fmla="*/ 1857080 w 2419642"/>
              <a:gd name="connsiteY49" fmla="*/ 1112982 h 1537188"/>
              <a:gd name="connsiteX50" fmla="*/ 2102177 w 2419642"/>
              <a:gd name="connsiteY50" fmla="*/ 594508 h 1537188"/>
              <a:gd name="connsiteX51" fmla="*/ 2092750 w 2419642"/>
              <a:gd name="connsiteY51" fmla="*/ 566228 h 1537188"/>
              <a:gd name="connsiteX52" fmla="*/ 2045616 w 2419642"/>
              <a:gd name="connsiteY52" fmla="*/ 509667 h 1537188"/>
              <a:gd name="connsiteX53" fmla="*/ 2026763 w 2419642"/>
              <a:gd name="connsiteY53" fmla="*/ 481386 h 1537188"/>
              <a:gd name="connsiteX54" fmla="*/ 2017336 w 2419642"/>
              <a:gd name="connsiteY54" fmla="*/ 226863 h 1537188"/>
              <a:gd name="connsiteX55" fmla="*/ 1998482 w 2419642"/>
              <a:gd name="connsiteY55" fmla="*/ 198582 h 1537188"/>
              <a:gd name="connsiteX56" fmla="*/ 1989055 w 2419642"/>
              <a:gd name="connsiteY56" fmla="*/ 170302 h 1537188"/>
              <a:gd name="connsiteX57" fmla="*/ 1941921 w 2419642"/>
              <a:gd name="connsiteY57" fmla="*/ 113741 h 1537188"/>
              <a:gd name="connsiteX58" fmla="*/ 1904214 w 2419642"/>
              <a:gd name="connsiteY58" fmla="*/ 104314 h 1537188"/>
              <a:gd name="connsiteX59" fmla="*/ 1875934 w 2419642"/>
              <a:gd name="connsiteY59" fmla="*/ 94887 h 1537188"/>
              <a:gd name="connsiteX60" fmla="*/ 1809946 w 2419642"/>
              <a:gd name="connsiteY60" fmla="*/ 57180 h 1537188"/>
              <a:gd name="connsiteX61" fmla="*/ 1762812 w 2419642"/>
              <a:gd name="connsiteY61" fmla="*/ 47753 h 1537188"/>
              <a:gd name="connsiteX62" fmla="*/ 1659117 w 2419642"/>
              <a:gd name="connsiteY62" fmla="*/ 28900 h 1537188"/>
              <a:gd name="connsiteX63" fmla="*/ 1611983 w 2419642"/>
              <a:gd name="connsiteY63" fmla="*/ 10046 h 1537188"/>
              <a:gd name="connsiteX64" fmla="*/ 1404593 w 2419642"/>
              <a:gd name="connsiteY64" fmla="*/ 10046 h 1537188"/>
              <a:gd name="connsiteX65" fmla="*/ 1366886 w 2419642"/>
              <a:gd name="connsiteY65" fmla="*/ 19473 h 1537188"/>
              <a:gd name="connsiteX66" fmla="*/ 1282045 w 2419642"/>
              <a:gd name="connsiteY66" fmla="*/ 28900 h 1537188"/>
              <a:gd name="connsiteX67" fmla="*/ 1225484 w 2419642"/>
              <a:gd name="connsiteY67" fmla="*/ 47753 h 1537188"/>
              <a:gd name="connsiteX68" fmla="*/ 1197204 w 2419642"/>
              <a:gd name="connsiteY68" fmla="*/ 57180 h 1537188"/>
              <a:gd name="connsiteX69" fmla="*/ 1131216 w 2419642"/>
              <a:gd name="connsiteY69" fmla="*/ 85461 h 1537188"/>
              <a:gd name="connsiteX70" fmla="*/ 1046375 w 2419642"/>
              <a:gd name="connsiteY70" fmla="*/ 94887 h 1537188"/>
              <a:gd name="connsiteX71" fmla="*/ 989814 w 2419642"/>
              <a:gd name="connsiteY71" fmla="*/ 113741 h 1537188"/>
              <a:gd name="connsiteX72" fmla="*/ 895546 w 2419642"/>
              <a:gd name="connsiteY72" fmla="*/ 132595 h 1537188"/>
              <a:gd name="connsiteX73" fmla="*/ 838985 w 2419642"/>
              <a:gd name="connsiteY73" fmla="*/ 151448 h 1537188"/>
              <a:gd name="connsiteX74" fmla="*/ 754144 w 2419642"/>
              <a:gd name="connsiteY74" fmla="*/ 170302 h 1537188"/>
              <a:gd name="connsiteX75" fmla="*/ 716437 w 2419642"/>
              <a:gd name="connsiteY75" fmla="*/ 179729 h 1537188"/>
              <a:gd name="connsiteX76" fmla="*/ 688156 w 2419642"/>
              <a:gd name="connsiteY76" fmla="*/ 189155 h 1537188"/>
              <a:gd name="connsiteX77" fmla="*/ 641022 w 2419642"/>
              <a:gd name="connsiteY77" fmla="*/ 198582 h 1537188"/>
              <a:gd name="connsiteX78" fmla="*/ 612742 w 2419642"/>
              <a:gd name="connsiteY78" fmla="*/ 208009 h 1537188"/>
              <a:gd name="connsiteX79" fmla="*/ 575035 w 2419642"/>
              <a:gd name="connsiteY79" fmla="*/ 217436 h 1537188"/>
              <a:gd name="connsiteX80" fmla="*/ 546754 w 2419642"/>
              <a:gd name="connsiteY80" fmla="*/ 226863 h 1537188"/>
              <a:gd name="connsiteX81" fmla="*/ 414779 w 2419642"/>
              <a:gd name="connsiteY81" fmla="*/ 264570 h 1537188"/>
              <a:gd name="connsiteX82" fmla="*/ 311084 w 2419642"/>
              <a:gd name="connsiteY82" fmla="*/ 292850 h 1537188"/>
              <a:gd name="connsiteX83" fmla="*/ 263950 w 2419642"/>
              <a:gd name="connsiteY83" fmla="*/ 311704 h 1537188"/>
              <a:gd name="connsiteX84" fmla="*/ 207389 w 2419642"/>
              <a:gd name="connsiteY84" fmla="*/ 330557 h 1537188"/>
              <a:gd name="connsiteX85" fmla="*/ 141402 w 2419642"/>
              <a:gd name="connsiteY85" fmla="*/ 358838 h 1537188"/>
              <a:gd name="connsiteX86" fmla="*/ 113121 w 2419642"/>
              <a:gd name="connsiteY86" fmla="*/ 387118 h 1537188"/>
              <a:gd name="connsiteX87" fmla="*/ 47134 w 2419642"/>
              <a:gd name="connsiteY87" fmla="*/ 424825 h 1537188"/>
              <a:gd name="connsiteX88" fmla="*/ 0 w 2419642"/>
              <a:gd name="connsiteY88" fmla="*/ 481386 h 1537188"/>
              <a:gd name="connsiteX89" fmla="*/ 18853 w 2419642"/>
              <a:gd name="connsiteY89" fmla="*/ 585081 h 1537188"/>
              <a:gd name="connsiteX90" fmla="*/ 56560 w 2419642"/>
              <a:gd name="connsiteY90" fmla="*/ 651069 h 1537188"/>
              <a:gd name="connsiteX91" fmla="*/ 75414 w 2419642"/>
              <a:gd name="connsiteY91" fmla="*/ 707630 h 1537188"/>
              <a:gd name="connsiteX92" fmla="*/ 94268 w 2419642"/>
              <a:gd name="connsiteY92" fmla="*/ 735910 h 1537188"/>
              <a:gd name="connsiteX93" fmla="*/ 47134 w 2419642"/>
              <a:gd name="connsiteY93" fmla="*/ 679349 h 1537188"/>
              <a:gd name="connsiteX0" fmla="*/ 47134 w 2428667"/>
              <a:gd name="connsiteY0" fmla="*/ 679349 h 1537188"/>
              <a:gd name="connsiteX1" fmla="*/ 47134 w 2428667"/>
              <a:gd name="connsiteY1" fmla="*/ 679349 h 1537188"/>
              <a:gd name="connsiteX2" fmla="*/ 141402 w 2428667"/>
              <a:gd name="connsiteY2" fmla="*/ 745337 h 1537188"/>
              <a:gd name="connsiteX3" fmla="*/ 169682 w 2428667"/>
              <a:gd name="connsiteY3" fmla="*/ 764190 h 1537188"/>
              <a:gd name="connsiteX4" fmla="*/ 197963 w 2428667"/>
              <a:gd name="connsiteY4" fmla="*/ 783044 h 1537188"/>
              <a:gd name="connsiteX5" fmla="*/ 216816 w 2428667"/>
              <a:gd name="connsiteY5" fmla="*/ 811324 h 1537188"/>
              <a:gd name="connsiteX6" fmla="*/ 216816 w 2428667"/>
              <a:gd name="connsiteY6" fmla="*/ 1065848 h 1537188"/>
              <a:gd name="connsiteX7" fmla="*/ 207389 w 2428667"/>
              <a:gd name="connsiteY7" fmla="*/ 1094129 h 1537188"/>
              <a:gd name="connsiteX8" fmla="*/ 179109 w 2428667"/>
              <a:gd name="connsiteY8" fmla="*/ 1122409 h 1537188"/>
              <a:gd name="connsiteX9" fmla="*/ 150829 w 2428667"/>
              <a:gd name="connsiteY9" fmla="*/ 1188397 h 1537188"/>
              <a:gd name="connsiteX10" fmla="*/ 131975 w 2428667"/>
              <a:gd name="connsiteY10" fmla="*/ 1216677 h 1537188"/>
              <a:gd name="connsiteX11" fmla="*/ 150829 w 2428667"/>
              <a:gd name="connsiteY11" fmla="*/ 1386359 h 1537188"/>
              <a:gd name="connsiteX12" fmla="*/ 160255 w 2428667"/>
              <a:gd name="connsiteY12" fmla="*/ 1442920 h 1537188"/>
              <a:gd name="connsiteX13" fmla="*/ 197963 w 2428667"/>
              <a:gd name="connsiteY13" fmla="*/ 1527762 h 1537188"/>
              <a:gd name="connsiteX14" fmla="*/ 226243 w 2428667"/>
              <a:gd name="connsiteY14" fmla="*/ 1537188 h 1537188"/>
              <a:gd name="connsiteX15" fmla="*/ 348791 w 2428667"/>
              <a:gd name="connsiteY15" fmla="*/ 1527762 h 1537188"/>
              <a:gd name="connsiteX16" fmla="*/ 405352 w 2428667"/>
              <a:gd name="connsiteY16" fmla="*/ 1508908 h 1537188"/>
              <a:gd name="connsiteX17" fmla="*/ 461913 w 2428667"/>
              <a:gd name="connsiteY17" fmla="*/ 1490054 h 1537188"/>
              <a:gd name="connsiteX18" fmla="*/ 490193 w 2428667"/>
              <a:gd name="connsiteY18" fmla="*/ 1471201 h 1537188"/>
              <a:gd name="connsiteX19" fmla="*/ 575035 w 2428667"/>
              <a:gd name="connsiteY19" fmla="*/ 1461774 h 1537188"/>
              <a:gd name="connsiteX20" fmla="*/ 678730 w 2428667"/>
              <a:gd name="connsiteY20" fmla="*/ 1433494 h 1537188"/>
              <a:gd name="connsiteX21" fmla="*/ 735290 w 2428667"/>
              <a:gd name="connsiteY21" fmla="*/ 1414640 h 1537188"/>
              <a:gd name="connsiteX22" fmla="*/ 791851 w 2428667"/>
              <a:gd name="connsiteY22" fmla="*/ 1405213 h 1537188"/>
              <a:gd name="connsiteX23" fmla="*/ 914400 w 2428667"/>
              <a:gd name="connsiteY23" fmla="*/ 1386359 h 1537188"/>
              <a:gd name="connsiteX24" fmla="*/ 999241 w 2428667"/>
              <a:gd name="connsiteY24" fmla="*/ 1358079 h 1537188"/>
              <a:gd name="connsiteX25" fmla="*/ 1112363 w 2428667"/>
              <a:gd name="connsiteY25" fmla="*/ 1339225 h 1537188"/>
              <a:gd name="connsiteX26" fmla="*/ 1338606 w 2428667"/>
              <a:gd name="connsiteY26" fmla="*/ 1348652 h 1537188"/>
              <a:gd name="connsiteX27" fmla="*/ 1366886 w 2428667"/>
              <a:gd name="connsiteY27" fmla="*/ 1358079 h 1537188"/>
              <a:gd name="connsiteX28" fmla="*/ 1404593 w 2428667"/>
              <a:gd name="connsiteY28" fmla="*/ 1386359 h 1537188"/>
              <a:gd name="connsiteX29" fmla="*/ 1432874 w 2428667"/>
              <a:gd name="connsiteY29" fmla="*/ 1395786 h 1537188"/>
              <a:gd name="connsiteX30" fmla="*/ 1480008 w 2428667"/>
              <a:gd name="connsiteY30" fmla="*/ 1414640 h 1537188"/>
              <a:gd name="connsiteX31" fmla="*/ 1536569 w 2428667"/>
              <a:gd name="connsiteY31" fmla="*/ 1433494 h 1537188"/>
              <a:gd name="connsiteX32" fmla="*/ 1687398 w 2428667"/>
              <a:gd name="connsiteY32" fmla="*/ 1424067 h 1537188"/>
              <a:gd name="connsiteX33" fmla="*/ 1791092 w 2428667"/>
              <a:gd name="connsiteY33" fmla="*/ 1405213 h 1537188"/>
              <a:gd name="connsiteX34" fmla="*/ 1828800 w 2428667"/>
              <a:gd name="connsiteY34" fmla="*/ 1395786 h 1537188"/>
              <a:gd name="connsiteX35" fmla="*/ 1885360 w 2428667"/>
              <a:gd name="connsiteY35" fmla="*/ 1376933 h 1537188"/>
              <a:gd name="connsiteX36" fmla="*/ 1913641 w 2428667"/>
              <a:gd name="connsiteY36" fmla="*/ 1358079 h 1537188"/>
              <a:gd name="connsiteX37" fmla="*/ 1941921 w 2428667"/>
              <a:gd name="connsiteY37" fmla="*/ 1348652 h 1537188"/>
              <a:gd name="connsiteX38" fmla="*/ 1989055 w 2428667"/>
              <a:gd name="connsiteY38" fmla="*/ 1329799 h 1537188"/>
              <a:gd name="connsiteX39" fmla="*/ 2073897 w 2428667"/>
              <a:gd name="connsiteY39" fmla="*/ 1301518 h 1537188"/>
              <a:gd name="connsiteX40" fmla="*/ 2130457 w 2428667"/>
              <a:gd name="connsiteY40" fmla="*/ 1263811 h 1537188"/>
              <a:gd name="connsiteX41" fmla="*/ 2158738 w 2428667"/>
              <a:gd name="connsiteY41" fmla="*/ 1254384 h 1537188"/>
              <a:gd name="connsiteX42" fmla="*/ 2215299 w 2428667"/>
              <a:gd name="connsiteY42" fmla="*/ 1207250 h 1537188"/>
              <a:gd name="connsiteX43" fmla="*/ 2234152 w 2428667"/>
              <a:gd name="connsiteY43" fmla="*/ 1178970 h 1537188"/>
              <a:gd name="connsiteX44" fmla="*/ 2262433 w 2428667"/>
              <a:gd name="connsiteY44" fmla="*/ 1169543 h 1537188"/>
              <a:gd name="connsiteX45" fmla="*/ 2309567 w 2428667"/>
              <a:gd name="connsiteY45" fmla="*/ 1131836 h 1537188"/>
              <a:gd name="connsiteX46" fmla="*/ 2347274 w 2428667"/>
              <a:gd name="connsiteY46" fmla="*/ 1065848 h 1537188"/>
              <a:gd name="connsiteX47" fmla="*/ 2366128 w 2428667"/>
              <a:gd name="connsiteY47" fmla="*/ 1037568 h 1537188"/>
              <a:gd name="connsiteX48" fmla="*/ 2384981 w 2428667"/>
              <a:gd name="connsiteY48" fmla="*/ 999861 h 1537188"/>
              <a:gd name="connsiteX49" fmla="*/ 1734531 w 2428667"/>
              <a:gd name="connsiteY49" fmla="*/ 1207250 h 1537188"/>
              <a:gd name="connsiteX50" fmla="*/ 2102177 w 2428667"/>
              <a:gd name="connsiteY50" fmla="*/ 594508 h 1537188"/>
              <a:gd name="connsiteX51" fmla="*/ 2092750 w 2428667"/>
              <a:gd name="connsiteY51" fmla="*/ 566228 h 1537188"/>
              <a:gd name="connsiteX52" fmla="*/ 2045616 w 2428667"/>
              <a:gd name="connsiteY52" fmla="*/ 509667 h 1537188"/>
              <a:gd name="connsiteX53" fmla="*/ 2026763 w 2428667"/>
              <a:gd name="connsiteY53" fmla="*/ 481386 h 1537188"/>
              <a:gd name="connsiteX54" fmla="*/ 2017336 w 2428667"/>
              <a:gd name="connsiteY54" fmla="*/ 226863 h 1537188"/>
              <a:gd name="connsiteX55" fmla="*/ 1998482 w 2428667"/>
              <a:gd name="connsiteY55" fmla="*/ 198582 h 1537188"/>
              <a:gd name="connsiteX56" fmla="*/ 1989055 w 2428667"/>
              <a:gd name="connsiteY56" fmla="*/ 170302 h 1537188"/>
              <a:gd name="connsiteX57" fmla="*/ 1941921 w 2428667"/>
              <a:gd name="connsiteY57" fmla="*/ 113741 h 1537188"/>
              <a:gd name="connsiteX58" fmla="*/ 1904214 w 2428667"/>
              <a:gd name="connsiteY58" fmla="*/ 104314 h 1537188"/>
              <a:gd name="connsiteX59" fmla="*/ 1875934 w 2428667"/>
              <a:gd name="connsiteY59" fmla="*/ 94887 h 1537188"/>
              <a:gd name="connsiteX60" fmla="*/ 1809946 w 2428667"/>
              <a:gd name="connsiteY60" fmla="*/ 57180 h 1537188"/>
              <a:gd name="connsiteX61" fmla="*/ 1762812 w 2428667"/>
              <a:gd name="connsiteY61" fmla="*/ 47753 h 1537188"/>
              <a:gd name="connsiteX62" fmla="*/ 1659117 w 2428667"/>
              <a:gd name="connsiteY62" fmla="*/ 28900 h 1537188"/>
              <a:gd name="connsiteX63" fmla="*/ 1611983 w 2428667"/>
              <a:gd name="connsiteY63" fmla="*/ 10046 h 1537188"/>
              <a:gd name="connsiteX64" fmla="*/ 1404593 w 2428667"/>
              <a:gd name="connsiteY64" fmla="*/ 10046 h 1537188"/>
              <a:gd name="connsiteX65" fmla="*/ 1366886 w 2428667"/>
              <a:gd name="connsiteY65" fmla="*/ 19473 h 1537188"/>
              <a:gd name="connsiteX66" fmla="*/ 1282045 w 2428667"/>
              <a:gd name="connsiteY66" fmla="*/ 28900 h 1537188"/>
              <a:gd name="connsiteX67" fmla="*/ 1225484 w 2428667"/>
              <a:gd name="connsiteY67" fmla="*/ 47753 h 1537188"/>
              <a:gd name="connsiteX68" fmla="*/ 1197204 w 2428667"/>
              <a:gd name="connsiteY68" fmla="*/ 57180 h 1537188"/>
              <a:gd name="connsiteX69" fmla="*/ 1131216 w 2428667"/>
              <a:gd name="connsiteY69" fmla="*/ 85461 h 1537188"/>
              <a:gd name="connsiteX70" fmla="*/ 1046375 w 2428667"/>
              <a:gd name="connsiteY70" fmla="*/ 94887 h 1537188"/>
              <a:gd name="connsiteX71" fmla="*/ 989814 w 2428667"/>
              <a:gd name="connsiteY71" fmla="*/ 113741 h 1537188"/>
              <a:gd name="connsiteX72" fmla="*/ 895546 w 2428667"/>
              <a:gd name="connsiteY72" fmla="*/ 132595 h 1537188"/>
              <a:gd name="connsiteX73" fmla="*/ 838985 w 2428667"/>
              <a:gd name="connsiteY73" fmla="*/ 151448 h 1537188"/>
              <a:gd name="connsiteX74" fmla="*/ 754144 w 2428667"/>
              <a:gd name="connsiteY74" fmla="*/ 170302 h 1537188"/>
              <a:gd name="connsiteX75" fmla="*/ 716437 w 2428667"/>
              <a:gd name="connsiteY75" fmla="*/ 179729 h 1537188"/>
              <a:gd name="connsiteX76" fmla="*/ 688156 w 2428667"/>
              <a:gd name="connsiteY76" fmla="*/ 189155 h 1537188"/>
              <a:gd name="connsiteX77" fmla="*/ 641022 w 2428667"/>
              <a:gd name="connsiteY77" fmla="*/ 198582 h 1537188"/>
              <a:gd name="connsiteX78" fmla="*/ 612742 w 2428667"/>
              <a:gd name="connsiteY78" fmla="*/ 208009 h 1537188"/>
              <a:gd name="connsiteX79" fmla="*/ 575035 w 2428667"/>
              <a:gd name="connsiteY79" fmla="*/ 217436 h 1537188"/>
              <a:gd name="connsiteX80" fmla="*/ 546754 w 2428667"/>
              <a:gd name="connsiteY80" fmla="*/ 226863 h 1537188"/>
              <a:gd name="connsiteX81" fmla="*/ 414779 w 2428667"/>
              <a:gd name="connsiteY81" fmla="*/ 264570 h 1537188"/>
              <a:gd name="connsiteX82" fmla="*/ 311084 w 2428667"/>
              <a:gd name="connsiteY82" fmla="*/ 292850 h 1537188"/>
              <a:gd name="connsiteX83" fmla="*/ 263950 w 2428667"/>
              <a:gd name="connsiteY83" fmla="*/ 311704 h 1537188"/>
              <a:gd name="connsiteX84" fmla="*/ 207389 w 2428667"/>
              <a:gd name="connsiteY84" fmla="*/ 330557 h 1537188"/>
              <a:gd name="connsiteX85" fmla="*/ 141402 w 2428667"/>
              <a:gd name="connsiteY85" fmla="*/ 358838 h 1537188"/>
              <a:gd name="connsiteX86" fmla="*/ 113121 w 2428667"/>
              <a:gd name="connsiteY86" fmla="*/ 387118 h 1537188"/>
              <a:gd name="connsiteX87" fmla="*/ 47134 w 2428667"/>
              <a:gd name="connsiteY87" fmla="*/ 424825 h 1537188"/>
              <a:gd name="connsiteX88" fmla="*/ 0 w 2428667"/>
              <a:gd name="connsiteY88" fmla="*/ 481386 h 1537188"/>
              <a:gd name="connsiteX89" fmla="*/ 18853 w 2428667"/>
              <a:gd name="connsiteY89" fmla="*/ 585081 h 1537188"/>
              <a:gd name="connsiteX90" fmla="*/ 56560 w 2428667"/>
              <a:gd name="connsiteY90" fmla="*/ 651069 h 1537188"/>
              <a:gd name="connsiteX91" fmla="*/ 75414 w 2428667"/>
              <a:gd name="connsiteY91" fmla="*/ 707630 h 1537188"/>
              <a:gd name="connsiteX92" fmla="*/ 94268 w 2428667"/>
              <a:gd name="connsiteY92" fmla="*/ 735910 h 1537188"/>
              <a:gd name="connsiteX93" fmla="*/ 47134 w 2428667"/>
              <a:gd name="connsiteY93" fmla="*/ 679349 h 1537188"/>
              <a:gd name="connsiteX0" fmla="*/ 47134 w 2412027"/>
              <a:gd name="connsiteY0" fmla="*/ 679349 h 1537188"/>
              <a:gd name="connsiteX1" fmla="*/ 47134 w 2412027"/>
              <a:gd name="connsiteY1" fmla="*/ 679349 h 1537188"/>
              <a:gd name="connsiteX2" fmla="*/ 141402 w 2412027"/>
              <a:gd name="connsiteY2" fmla="*/ 745337 h 1537188"/>
              <a:gd name="connsiteX3" fmla="*/ 169682 w 2412027"/>
              <a:gd name="connsiteY3" fmla="*/ 764190 h 1537188"/>
              <a:gd name="connsiteX4" fmla="*/ 197963 w 2412027"/>
              <a:gd name="connsiteY4" fmla="*/ 783044 h 1537188"/>
              <a:gd name="connsiteX5" fmla="*/ 216816 w 2412027"/>
              <a:gd name="connsiteY5" fmla="*/ 811324 h 1537188"/>
              <a:gd name="connsiteX6" fmla="*/ 216816 w 2412027"/>
              <a:gd name="connsiteY6" fmla="*/ 1065848 h 1537188"/>
              <a:gd name="connsiteX7" fmla="*/ 207389 w 2412027"/>
              <a:gd name="connsiteY7" fmla="*/ 1094129 h 1537188"/>
              <a:gd name="connsiteX8" fmla="*/ 179109 w 2412027"/>
              <a:gd name="connsiteY8" fmla="*/ 1122409 h 1537188"/>
              <a:gd name="connsiteX9" fmla="*/ 150829 w 2412027"/>
              <a:gd name="connsiteY9" fmla="*/ 1188397 h 1537188"/>
              <a:gd name="connsiteX10" fmla="*/ 131975 w 2412027"/>
              <a:gd name="connsiteY10" fmla="*/ 1216677 h 1537188"/>
              <a:gd name="connsiteX11" fmla="*/ 150829 w 2412027"/>
              <a:gd name="connsiteY11" fmla="*/ 1386359 h 1537188"/>
              <a:gd name="connsiteX12" fmla="*/ 160255 w 2412027"/>
              <a:gd name="connsiteY12" fmla="*/ 1442920 h 1537188"/>
              <a:gd name="connsiteX13" fmla="*/ 197963 w 2412027"/>
              <a:gd name="connsiteY13" fmla="*/ 1527762 h 1537188"/>
              <a:gd name="connsiteX14" fmla="*/ 226243 w 2412027"/>
              <a:gd name="connsiteY14" fmla="*/ 1537188 h 1537188"/>
              <a:gd name="connsiteX15" fmla="*/ 348791 w 2412027"/>
              <a:gd name="connsiteY15" fmla="*/ 1527762 h 1537188"/>
              <a:gd name="connsiteX16" fmla="*/ 405352 w 2412027"/>
              <a:gd name="connsiteY16" fmla="*/ 1508908 h 1537188"/>
              <a:gd name="connsiteX17" fmla="*/ 461913 w 2412027"/>
              <a:gd name="connsiteY17" fmla="*/ 1490054 h 1537188"/>
              <a:gd name="connsiteX18" fmla="*/ 490193 w 2412027"/>
              <a:gd name="connsiteY18" fmla="*/ 1471201 h 1537188"/>
              <a:gd name="connsiteX19" fmla="*/ 575035 w 2412027"/>
              <a:gd name="connsiteY19" fmla="*/ 1461774 h 1537188"/>
              <a:gd name="connsiteX20" fmla="*/ 678730 w 2412027"/>
              <a:gd name="connsiteY20" fmla="*/ 1433494 h 1537188"/>
              <a:gd name="connsiteX21" fmla="*/ 735290 w 2412027"/>
              <a:gd name="connsiteY21" fmla="*/ 1414640 h 1537188"/>
              <a:gd name="connsiteX22" fmla="*/ 791851 w 2412027"/>
              <a:gd name="connsiteY22" fmla="*/ 1405213 h 1537188"/>
              <a:gd name="connsiteX23" fmla="*/ 914400 w 2412027"/>
              <a:gd name="connsiteY23" fmla="*/ 1386359 h 1537188"/>
              <a:gd name="connsiteX24" fmla="*/ 999241 w 2412027"/>
              <a:gd name="connsiteY24" fmla="*/ 1358079 h 1537188"/>
              <a:gd name="connsiteX25" fmla="*/ 1112363 w 2412027"/>
              <a:gd name="connsiteY25" fmla="*/ 1339225 h 1537188"/>
              <a:gd name="connsiteX26" fmla="*/ 1338606 w 2412027"/>
              <a:gd name="connsiteY26" fmla="*/ 1348652 h 1537188"/>
              <a:gd name="connsiteX27" fmla="*/ 1366886 w 2412027"/>
              <a:gd name="connsiteY27" fmla="*/ 1358079 h 1537188"/>
              <a:gd name="connsiteX28" fmla="*/ 1404593 w 2412027"/>
              <a:gd name="connsiteY28" fmla="*/ 1386359 h 1537188"/>
              <a:gd name="connsiteX29" fmla="*/ 1432874 w 2412027"/>
              <a:gd name="connsiteY29" fmla="*/ 1395786 h 1537188"/>
              <a:gd name="connsiteX30" fmla="*/ 1480008 w 2412027"/>
              <a:gd name="connsiteY30" fmla="*/ 1414640 h 1537188"/>
              <a:gd name="connsiteX31" fmla="*/ 1536569 w 2412027"/>
              <a:gd name="connsiteY31" fmla="*/ 1433494 h 1537188"/>
              <a:gd name="connsiteX32" fmla="*/ 1687398 w 2412027"/>
              <a:gd name="connsiteY32" fmla="*/ 1424067 h 1537188"/>
              <a:gd name="connsiteX33" fmla="*/ 1791092 w 2412027"/>
              <a:gd name="connsiteY33" fmla="*/ 1405213 h 1537188"/>
              <a:gd name="connsiteX34" fmla="*/ 1828800 w 2412027"/>
              <a:gd name="connsiteY34" fmla="*/ 1395786 h 1537188"/>
              <a:gd name="connsiteX35" fmla="*/ 1885360 w 2412027"/>
              <a:gd name="connsiteY35" fmla="*/ 1376933 h 1537188"/>
              <a:gd name="connsiteX36" fmla="*/ 1913641 w 2412027"/>
              <a:gd name="connsiteY36" fmla="*/ 1358079 h 1537188"/>
              <a:gd name="connsiteX37" fmla="*/ 1941921 w 2412027"/>
              <a:gd name="connsiteY37" fmla="*/ 1348652 h 1537188"/>
              <a:gd name="connsiteX38" fmla="*/ 1989055 w 2412027"/>
              <a:gd name="connsiteY38" fmla="*/ 1329799 h 1537188"/>
              <a:gd name="connsiteX39" fmla="*/ 2073897 w 2412027"/>
              <a:gd name="connsiteY39" fmla="*/ 1301518 h 1537188"/>
              <a:gd name="connsiteX40" fmla="*/ 2130457 w 2412027"/>
              <a:gd name="connsiteY40" fmla="*/ 1263811 h 1537188"/>
              <a:gd name="connsiteX41" fmla="*/ 2158738 w 2412027"/>
              <a:gd name="connsiteY41" fmla="*/ 1254384 h 1537188"/>
              <a:gd name="connsiteX42" fmla="*/ 2215299 w 2412027"/>
              <a:gd name="connsiteY42" fmla="*/ 1207250 h 1537188"/>
              <a:gd name="connsiteX43" fmla="*/ 2234152 w 2412027"/>
              <a:gd name="connsiteY43" fmla="*/ 1178970 h 1537188"/>
              <a:gd name="connsiteX44" fmla="*/ 2262433 w 2412027"/>
              <a:gd name="connsiteY44" fmla="*/ 1169543 h 1537188"/>
              <a:gd name="connsiteX45" fmla="*/ 2309567 w 2412027"/>
              <a:gd name="connsiteY45" fmla="*/ 1131836 h 1537188"/>
              <a:gd name="connsiteX46" fmla="*/ 2347274 w 2412027"/>
              <a:gd name="connsiteY46" fmla="*/ 1065848 h 1537188"/>
              <a:gd name="connsiteX47" fmla="*/ 2366128 w 2412027"/>
              <a:gd name="connsiteY47" fmla="*/ 1037568 h 1537188"/>
              <a:gd name="connsiteX48" fmla="*/ 2384981 w 2412027"/>
              <a:gd name="connsiteY48" fmla="*/ 999861 h 1537188"/>
              <a:gd name="connsiteX49" fmla="*/ 1960775 w 2412027"/>
              <a:gd name="connsiteY49" fmla="*/ 1056421 h 1537188"/>
              <a:gd name="connsiteX50" fmla="*/ 2102177 w 2412027"/>
              <a:gd name="connsiteY50" fmla="*/ 594508 h 1537188"/>
              <a:gd name="connsiteX51" fmla="*/ 2092750 w 2412027"/>
              <a:gd name="connsiteY51" fmla="*/ 566228 h 1537188"/>
              <a:gd name="connsiteX52" fmla="*/ 2045616 w 2412027"/>
              <a:gd name="connsiteY52" fmla="*/ 509667 h 1537188"/>
              <a:gd name="connsiteX53" fmla="*/ 2026763 w 2412027"/>
              <a:gd name="connsiteY53" fmla="*/ 481386 h 1537188"/>
              <a:gd name="connsiteX54" fmla="*/ 2017336 w 2412027"/>
              <a:gd name="connsiteY54" fmla="*/ 226863 h 1537188"/>
              <a:gd name="connsiteX55" fmla="*/ 1998482 w 2412027"/>
              <a:gd name="connsiteY55" fmla="*/ 198582 h 1537188"/>
              <a:gd name="connsiteX56" fmla="*/ 1989055 w 2412027"/>
              <a:gd name="connsiteY56" fmla="*/ 170302 h 1537188"/>
              <a:gd name="connsiteX57" fmla="*/ 1941921 w 2412027"/>
              <a:gd name="connsiteY57" fmla="*/ 113741 h 1537188"/>
              <a:gd name="connsiteX58" fmla="*/ 1904214 w 2412027"/>
              <a:gd name="connsiteY58" fmla="*/ 104314 h 1537188"/>
              <a:gd name="connsiteX59" fmla="*/ 1875934 w 2412027"/>
              <a:gd name="connsiteY59" fmla="*/ 94887 h 1537188"/>
              <a:gd name="connsiteX60" fmla="*/ 1809946 w 2412027"/>
              <a:gd name="connsiteY60" fmla="*/ 57180 h 1537188"/>
              <a:gd name="connsiteX61" fmla="*/ 1762812 w 2412027"/>
              <a:gd name="connsiteY61" fmla="*/ 47753 h 1537188"/>
              <a:gd name="connsiteX62" fmla="*/ 1659117 w 2412027"/>
              <a:gd name="connsiteY62" fmla="*/ 28900 h 1537188"/>
              <a:gd name="connsiteX63" fmla="*/ 1611983 w 2412027"/>
              <a:gd name="connsiteY63" fmla="*/ 10046 h 1537188"/>
              <a:gd name="connsiteX64" fmla="*/ 1404593 w 2412027"/>
              <a:gd name="connsiteY64" fmla="*/ 10046 h 1537188"/>
              <a:gd name="connsiteX65" fmla="*/ 1366886 w 2412027"/>
              <a:gd name="connsiteY65" fmla="*/ 19473 h 1537188"/>
              <a:gd name="connsiteX66" fmla="*/ 1282045 w 2412027"/>
              <a:gd name="connsiteY66" fmla="*/ 28900 h 1537188"/>
              <a:gd name="connsiteX67" fmla="*/ 1225484 w 2412027"/>
              <a:gd name="connsiteY67" fmla="*/ 47753 h 1537188"/>
              <a:gd name="connsiteX68" fmla="*/ 1197204 w 2412027"/>
              <a:gd name="connsiteY68" fmla="*/ 57180 h 1537188"/>
              <a:gd name="connsiteX69" fmla="*/ 1131216 w 2412027"/>
              <a:gd name="connsiteY69" fmla="*/ 85461 h 1537188"/>
              <a:gd name="connsiteX70" fmla="*/ 1046375 w 2412027"/>
              <a:gd name="connsiteY70" fmla="*/ 94887 h 1537188"/>
              <a:gd name="connsiteX71" fmla="*/ 989814 w 2412027"/>
              <a:gd name="connsiteY71" fmla="*/ 113741 h 1537188"/>
              <a:gd name="connsiteX72" fmla="*/ 895546 w 2412027"/>
              <a:gd name="connsiteY72" fmla="*/ 132595 h 1537188"/>
              <a:gd name="connsiteX73" fmla="*/ 838985 w 2412027"/>
              <a:gd name="connsiteY73" fmla="*/ 151448 h 1537188"/>
              <a:gd name="connsiteX74" fmla="*/ 754144 w 2412027"/>
              <a:gd name="connsiteY74" fmla="*/ 170302 h 1537188"/>
              <a:gd name="connsiteX75" fmla="*/ 716437 w 2412027"/>
              <a:gd name="connsiteY75" fmla="*/ 179729 h 1537188"/>
              <a:gd name="connsiteX76" fmla="*/ 688156 w 2412027"/>
              <a:gd name="connsiteY76" fmla="*/ 189155 h 1537188"/>
              <a:gd name="connsiteX77" fmla="*/ 641022 w 2412027"/>
              <a:gd name="connsiteY77" fmla="*/ 198582 h 1537188"/>
              <a:gd name="connsiteX78" fmla="*/ 612742 w 2412027"/>
              <a:gd name="connsiteY78" fmla="*/ 208009 h 1537188"/>
              <a:gd name="connsiteX79" fmla="*/ 575035 w 2412027"/>
              <a:gd name="connsiteY79" fmla="*/ 217436 h 1537188"/>
              <a:gd name="connsiteX80" fmla="*/ 546754 w 2412027"/>
              <a:gd name="connsiteY80" fmla="*/ 226863 h 1537188"/>
              <a:gd name="connsiteX81" fmla="*/ 414779 w 2412027"/>
              <a:gd name="connsiteY81" fmla="*/ 264570 h 1537188"/>
              <a:gd name="connsiteX82" fmla="*/ 311084 w 2412027"/>
              <a:gd name="connsiteY82" fmla="*/ 292850 h 1537188"/>
              <a:gd name="connsiteX83" fmla="*/ 263950 w 2412027"/>
              <a:gd name="connsiteY83" fmla="*/ 311704 h 1537188"/>
              <a:gd name="connsiteX84" fmla="*/ 207389 w 2412027"/>
              <a:gd name="connsiteY84" fmla="*/ 330557 h 1537188"/>
              <a:gd name="connsiteX85" fmla="*/ 141402 w 2412027"/>
              <a:gd name="connsiteY85" fmla="*/ 358838 h 1537188"/>
              <a:gd name="connsiteX86" fmla="*/ 113121 w 2412027"/>
              <a:gd name="connsiteY86" fmla="*/ 387118 h 1537188"/>
              <a:gd name="connsiteX87" fmla="*/ 47134 w 2412027"/>
              <a:gd name="connsiteY87" fmla="*/ 424825 h 1537188"/>
              <a:gd name="connsiteX88" fmla="*/ 0 w 2412027"/>
              <a:gd name="connsiteY88" fmla="*/ 481386 h 1537188"/>
              <a:gd name="connsiteX89" fmla="*/ 18853 w 2412027"/>
              <a:gd name="connsiteY89" fmla="*/ 585081 h 1537188"/>
              <a:gd name="connsiteX90" fmla="*/ 56560 w 2412027"/>
              <a:gd name="connsiteY90" fmla="*/ 651069 h 1537188"/>
              <a:gd name="connsiteX91" fmla="*/ 75414 w 2412027"/>
              <a:gd name="connsiteY91" fmla="*/ 707630 h 1537188"/>
              <a:gd name="connsiteX92" fmla="*/ 94268 w 2412027"/>
              <a:gd name="connsiteY92" fmla="*/ 735910 h 1537188"/>
              <a:gd name="connsiteX93" fmla="*/ 47134 w 2412027"/>
              <a:gd name="connsiteY93" fmla="*/ 679349 h 1537188"/>
              <a:gd name="connsiteX0" fmla="*/ 47134 w 2367860"/>
              <a:gd name="connsiteY0" fmla="*/ 679349 h 1537188"/>
              <a:gd name="connsiteX1" fmla="*/ 47134 w 2367860"/>
              <a:gd name="connsiteY1" fmla="*/ 679349 h 1537188"/>
              <a:gd name="connsiteX2" fmla="*/ 141402 w 2367860"/>
              <a:gd name="connsiteY2" fmla="*/ 745337 h 1537188"/>
              <a:gd name="connsiteX3" fmla="*/ 169682 w 2367860"/>
              <a:gd name="connsiteY3" fmla="*/ 764190 h 1537188"/>
              <a:gd name="connsiteX4" fmla="*/ 197963 w 2367860"/>
              <a:gd name="connsiteY4" fmla="*/ 783044 h 1537188"/>
              <a:gd name="connsiteX5" fmla="*/ 216816 w 2367860"/>
              <a:gd name="connsiteY5" fmla="*/ 811324 h 1537188"/>
              <a:gd name="connsiteX6" fmla="*/ 216816 w 2367860"/>
              <a:gd name="connsiteY6" fmla="*/ 1065848 h 1537188"/>
              <a:gd name="connsiteX7" fmla="*/ 207389 w 2367860"/>
              <a:gd name="connsiteY7" fmla="*/ 1094129 h 1537188"/>
              <a:gd name="connsiteX8" fmla="*/ 179109 w 2367860"/>
              <a:gd name="connsiteY8" fmla="*/ 1122409 h 1537188"/>
              <a:gd name="connsiteX9" fmla="*/ 150829 w 2367860"/>
              <a:gd name="connsiteY9" fmla="*/ 1188397 h 1537188"/>
              <a:gd name="connsiteX10" fmla="*/ 131975 w 2367860"/>
              <a:gd name="connsiteY10" fmla="*/ 1216677 h 1537188"/>
              <a:gd name="connsiteX11" fmla="*/ 150829 w 2367860"/>
              <a:gd name="connsiteY11" fmla="*/ 1386359 h 1537188"/>
              <a:gd name="connsiteX12" fmla="*/ 160255 w 2367860"/>
              <a:gd name="connsiteY12" fmla="*/ 1442920 h 1537188"/>
              <a:gd name="connsiteX13" fmla="*/ 197963 w 2367860"/>
              <a:gd name="connsiteY13" fmla="*/ 1527762 h 1537188"/>
              <a:gd name="connsiteX14" fmla="*/ 226243 w 2367860"/>
              <a:gd name="connsiteY14" fmla="*/ 1537188 h 1537188"/>
              <a:gd name="connsiteX15" fmla="*/ 348791 w 2367860"/>
              <a:gd name="connsiteY15" fmla="*/ 1527762 h 1537188"/>
              <a:gd name="connsiteX16" fmla="*/ 405352 w 2367860"/>
              <a:gd name="connsiteY16" fmla="*/ 1508908 h 1537188"/>
              <a:gd name="connsiteX17" fmla="*/ 461913 w 2367860"/>
              <a:gd name="connsiteY17" fmla="*/ 1490054 h 1537188"/>
              <a:gd name="connsiteX18" fmla="*/ 490193 w 2367860"/>
              <a:gd name="connsiteY18" fmla="*/ 1471201 h 1537188"/>
              <a:gd name="connsiteX19" fmla="*/ 575035 w 2367860"/>
              <a:gd name="connsiteY19" fmla="*/ 1461774 h 1537188"/>
              <a:gd name="connsiteX20" fmla="*/ 678730 w 2367860"/>
              <a:gd name="connsiteY20" fmla="*/ 1433494 h 1537188"/>
              <a:gd name="connsiteX21" fmla="*/ 735290 w 2367860"/>
              <a:gd name="connsiteY21" fmla="*/ 1414640 h 1537188"/>
              <a:gd name="connsiteX22" fmla="*/ 791851 w 2367860"/>
              <a:gd name="connsiteY22" fmla="*/ 1405213 h 1537188"/>
              <a:gd name="connsiteX23" fmla="*/ 914400 w 2367860"/>
              <a:gd name="connsiteY23" fmla="*/ 1386359 h 1537188"/>
              <a:gd name="connsiteX24" fmla="*/ 999241 w 2367860"/>
              <a:gd name="connsiteY24" fmla="*/ 1358079 h 1537188"/>
              <a:gd name="connsiteX25" fmla="*/ 1112363 w 2367860"/>
              <a:gd name="connsiteY25" fmla="*/ 1339225 h 1537188"/>
              <a:gd name="connsiteX26" fmla="*/ 1338606 w 2367860"/>
              <a:gd name="connsiteY26" fmla="*/ 1348652 h 1537188"/>
              <a:gd name="connsiteX27" fmla="*/ 1366886 w 2367860"/>
              <a:gd name="connsiteY27" fmla="*/ 1358079 h 1537188"/>
              <a:gd name="connsiteX28" fmla="*/ 1404593 w 2367860"/>
              <a:gd name="connsiteY28" fmla="*/ 1386359 h 1537188"/>
              <a:gd name="connsiteX29" fmla="*/ 1432874 w 2367860"/>
              <a:gd name="connsiteY29" fmla="*/ 1395786 h 1537188"/>
              <a:gd name="connsiteX30" fmla="*/ 1480008 w 2367860"/>
              <a:gd name="connsiteY30" fmla="*/ 1414640 h 1537188"/>
              <a:gd name="connsiteX31" fmla="*/ 1536569 w 2367860"/>
              <a:gd name="connsiteY31" fmla="*/ 1433494 h 1537188"/>
              <a:gd name="connsiteX32" fmla="*/ 1687398 w 2367860"/>
              <a:gd name="connsiteY32" fmla="*/ 1424067 h 1537188"/>
              <a:gd name="connsiteX33" fmla="*/ 1791092 w 2367860"/>
              <a:gd name="connsiteY33" fmla="*/ 1405213 h 1537188"/>
              <a:gd name="connsiteX34" fmla="*/ 1828800 w 2367860"/>
              <a:gd name="connsiteY34" fmla="*/ 1395786 h 1537188"/>
              <a:gd name="connsiteX35" fmla="*/ 1885360 w 2367860"/>
              <a:gd name="connsiteY35" fmla="*/ 1376933 h 1537188"/>
              <a:gd name="connsiteX36" fmla="*/ 1913641 w 2367860"/>
              <a:gd name="connsiteY36" fmla="*/ 1358079 h 1537188"/>
              <a:gd name="connsiteX37" fmla="*/ 1941921 w 2367860"/>
              <a:gd name="connsiteY37" fmla="*/ 1348652 h 1537188"/>
              <a:gd name="connsiteX38" fmla="*/ 1989055 w 2367860"/>
              <a:gd name="connsiteY38" fmla="*/ 1329799 h 1537188"/>
              <a:gd name="connsiteX39" fmla="*/ 2073897 w 2367860"/>
              <a:gd name="connsiteY39" fmla="*/ 1301518 h 1537188"/>
              <a:gd name="connsiteX40" fmla="*/ 2130457 w 2367860"/>
              <a:gd name="connsiteY40" fmla="*/ 1263811 h 1537188"/>
              <a:gd name="connsiteX41" fmla="*/ 2158738 w 2367860"/>
              <a:gd name="connsiteY41" fmla="*/ 1254384 h 1537188"/>
              <a:gd name="connsiteX42" fmla="*/ 2215299 w 2367860"/>
              <a:gd name="connsiteY42" fmla="*/ 1207250 h 1537188"/>
              <a:gd name="connsiteX43" fmla="*/ 2234152 w 2367860"/>
              <a:gd name="connsiteY43" fmla="*/ 1178970 h 1537188"/>
              <a:gd name="connsiteX44" fmla="*/ 2262433 w 2367860"/>
              <a:gd name="connsiteY44" fmla="*/ 1169543 h 1537188"/>
              <a:gd name="connsiteX45" fmla="*/ 2309567 w 2367860"/>
              <a:gd name="connsiteY45" fmla="*/ 1131836 h 1537188"/>
              <a:gd name="connsiteX46" fmla="*/ 2347274 w 2367860"/>
              <a:gd name="connsiteY46" fmla="*/ 1065848 h 1537188"/>
              <a:gd name="connsiteX47" fmla="*/ 2366128 w 2367860"/>
              <a:gd name="connsiteY47" fmla="*/ 1037568 h 1537188"/>
              <a:gd name="connsiteX48" fmla="*/ 2300140 w 2367860"/>
              <a:gd name="connsiteY48" fmla="*/ 1046995 h 1537188"/>
              <a:gd name="connsiteX49" fmla="*/ 1960775 w 2367860"/>
              <a:gd name="connsiteY49" fmla="*/ 1056421 h 1537188"/>
              <a:gd name="connsiteX50" fmla="*/ 2102177 w 2367860"/>
              <a:gd name="connsiteY50" fmla="*/ 594508 h 1537188"/>
              <a:gd name="connsiteX51" fmla="*/ 2092750 w 2367860"/>
              <a:gd name="connsiteY51" fmla="*/ 566228 h 1537188"/>
              <a:gd name="connsiteX52" fmla="*/ 2045616 w 2367860"/>
              <a:gd name="connsiteY52" fmla="*/ 509667 h 1537188"/>
              <a:gd name="connsiteX53" fmla="*/ 2026763 w 2367860"/>
              <a:gd name="connsiteY53" fmla="*/ 481386 h 1537188"/>
              <a:gd name="connsiteX54" fmla="*/ 2017336 w 2367860"/>
              <a:gd name="connsiteY54" fmla="*/ 226863 h 1537188"/>
              <a:gd name="connsiteX55" fmla="*/ 1998482 w 2367860"/>
              <a:gd name="connsiteY55" fmla="*/ 198582 h 1537188"/>
              <a:gd name="connsiteX56" fmla="*/ 1989055 w 2367860"/>
              <a:gd name="connsiteY56" fmla="*/ 170302 h 1537188"/>
              <a:gd name="connsiteX57" fmla="*/ 1941921 w 2367860"/>
              <a:gd name="connsiteY57" fmla="*/ 113741 h 1537188"/>
              <a:gd name="connsiteX58" fmla="*/ 1904214 w 2367860"/>
              <a:gd name="connsiteY58" fmla="*/ 104314 h 1537188"/>
              <a:gd name="connsiteX59" fmla="*/ 1875934 w 2367860"/>
              <a:gd name="connsiteY59" fmla="*/ 94887 h 1537188"/>
              <a:gd name="connsiteX60" fmla="*/ 1809946 w 2367860"/>
              <a:gd name="connsiteY60" fmla="*/ 57180 h 1537188"/>
              <a:gd name="connsiteX61" fmla="*/ 1762812 w 2367860"/>
              <a:gd name="connsiteY61" fmla="*/ 47753 h 1537188"/>
              <a:gd name="connsiteX62" fmla="*/ 1659117 w 2367860"/>
              <a:gd name="connsiteY62" fmla="*/ 28900 h 1537188"/>
              <a:gd name="connsiteX63" fmla="*/ 1611983 w 2367860"/>
              <a:gd name="connsiteY63" fmla="*/ 10046 h 1537188"/>
              <a:gd name="connsiteX64" fmla="*/ 1404593 w 2367860"/>
              <a:gd name="connsiteY64" fmla="*/ 10046 h 1537188"/>
              <a:gd name="connsiteX65" fmla="*/ 1366886 w 2367860"/>
              <a:gd name="connsiteY65" fmla="*/ 19473 h 1537188"/>
              <a:gd name="connsiteX66" fmla="*/ 1282045 w 2367860"/>
              <a:gd name="connsiteY66" fmla="*/ 28900 h 1537188"/>
              <a:gd name="connsiteX67" fmla="*/ 1225484 w 2367860"/>
              <a:gd name="connsiteY67" fmla="*/ 47753 h 1537188"/>
              <a:gd name="connsiteX68" fmla="*/ 1197204 w 2367860"/>
              <a:gd name="connsiteY68" fmla="*/ 57180 h 1537188"/>
              <a:gd name="connsiteX69" fmla="*/ 1131216 w 2367860"/>
              <a:gd name="connsiteY69" fmla="*/ 85461 h 1537188"/>
              <a:gd name="connsiteX70" fmla="*/ 1046375 w 2367860"/>
              <a:gd name="connsiteY70" fmla="*/ 94887 h 1537188"/>
              <a:gd name="connsiteX71" fmla="*/ 989814 w 2367860"/>
              <a:gd name="connsiteY71" fmla="*/ 113741 h 1537188"/>
              <a:gd name="connsiteX72" fmla="*/ 895546 w 2367860"/>
              <a:gd name="connsiteY72" fmla="*/ 132595 h 1537188"/>
              <a:gd name="connsiteX73" fmla="*/ 838985 w 2367860"/>
              <a:gd name="connsiteY73" fmla="*/ 151448 h 1537188"/>
              <a:gd name="connsiteX74" fmla="*/ 754144 w 2367860"/>
              <a:gd name="connsiteY74" fmla="*/ 170302 h 1537188"/>
              <a:gd name="connsiteX75" fmla="*/ 716437 w 2367860"/>
              <a:gd name="connsiteY75" fmla="*/ 179729 h 1537188"/>
              <a:gd name="connsiteX76" fmla="*/ 688156 w 2367860"/>
              <a:gd name="connsiteY76" fmla="*/ 189155 h 1537188"/>
              <a:gd name="connsiteX77" fmla="*/ 641022 w 2367860"/>
              <a:gd name="connsiteY77" fmla="*/ 198582 h 1537188"/>
              <a:gd name="connsiteX78" fmla="*/ 612742 w 2367860"/>
              <a:gd name="connsiteY78" fmla="*/ 208009 h 1537188"/>
              <a:gd name="connsiteX79" fmla="*/ 575035 w 2367860"/>
              <a:gd name="connsiteY79" fmla="*/ 217436 h 1537188"/>
              <a:gd name="connsiteX80" fmla="*/ 546754 w 2367860"/>
              <a:gd name="connsiteY80" fmla="*/ 226863 h 1537188"/>
              <a:gd name="connsiteX81" fmla="*/ 414779 w 2367860"/>
              <a:gd name="connsiteY81" fmla="*/ 264570 h 1537188"/>
              <a:gd name="connsiteX82" fmla="*/ 311084 w 2367860"/>
              <a:gd name="connsiteY82" fmla="*/ 292850 h 1537188"/>
              <a:gd name="connsiteX83" fmla="*/ 263950 w 2367860"/>
              <a:gd name="connsiteY83" fmla="*/ 311704 h 1537188"/>
              <a:gd name="connsiteX84" fmla="*/ 207389 w 2367860"/>
              <a:gd name="connsiteY84" fmla="*/ 330557 h 1537188"/>
              <a:gd name="connsiteX85" fmla="*/ 141402 w 2367860"/>
              <a:gd name="connsiteY85" fmla="*/ 358838 h 1537188"/>
              <a:gd name="connsiteX86" fmla="*/ 113121 w 2367860"/>
              <a:gd name="connsiteY86" fmla="*/ 387118 h 1537188"/>
              <a:gd name="connsiteX87" fmla="*/ 47134 w 2367860"/>
              <a:gd name="connsiteY87" fmla="*/ 424825 h 1537188"/>
              <a:gd name="connsiteX88" fmla="*/ 0 w 2367860"/>
              <a:gd name="connsiteY88" fmla="*/ 481386 h 1537188"/>
              <a:gd name="connsiteX89" fmla="*/ 18853 w 2367860"/>
              <a:gd name="connsiteY89" fmla="*/ 585081 h 1537188"/>
              <a:gd name="connsiteX90" fmla="*/ 56560 w 2367860"/>
              <a:gd name="connsiteY90" fmla="*/ 651069 h 1537188"/>
              <a:gd name="connsiteX91" fmla="*/ 75414 w 2367860"/>
              <a:gd name="connsiteY91" fmla="*/ 707630 h 1537188"/>
              <a:gd name="connsiteX92" fmla="*/ 94268 w 2367860"/>
              <a:gd name="connsiteY92" fmla="*/ 735910 h 1537188"/>
              <a:gd name="connsiteX93" fmla="*/ 47134 w 2367860"/>
              <a:gd name="connsiteY93" fmla="*/ 679349 h 1537188"/>
              <a:gd name="connsiteX0" fmla="*/ 47134 w 2391548"/>
              <a:gd name="connsiteY0" fmla="*/ 679349 h 1537188"/>
              <a:gd name="connsiteX1" fmla="*/ 47134 w 2391548"/>
              <a:gd name="connsiteY1" fmla="*/ 679349 h 1537188"/>
              <a:gd name="connsiteX2" fmla="*/ 141402 w 2391548"/>
              <a:gd name="connsiteY2" fmla="*/ 745337 h 1537188"/>
              <a:gd name="connsiteX3" fmla="*/ 169682 w 2391548"/>
              <a:gd name="connsiteY3" fmla="*/ 764190 h 1537188"/>
              <a:gd name="connsiteX4" fmla="*/ 197963 w 2391548"/>
              <a:gd name="connsiteY4" fmla="*/ 783044 h 1537188"/>
              <a:gd name="connsiteX5" fmla="*/ 216816 w 2391548"/>
              <a:gd name="connsiteY5" fmla="*/ 811324 h 1537188"/>
              <a:gd name="connsiteX6" fmla="*/ 216816 w 2391548"/>
              <a:gd name="connsiteY6" fmla="*/ 1065848 h 1537188"/>
              <a:gd name="connsiteX7" fmla="*/ 207389 w 2391548"/>
              <a:gd name="connsiteY7" fmla="*/ 1094129 h 1537188"/>
              <a:gd name="connsiteX8" fmla="*/ 179109 w 2391548"/>
              <a:gd name="connsiteY8" fmla="*/ 1122409 h 1537188"/>
              <a:gd name="connsiteX9" fmla="*/ 150829 w 2391548"/>
              <a:gd name="connsiteY9" fmla="*/ 1188397 h 1537188"/>
              <a:gd name="connsiteX10" fmla="*/ 131975 w 2391548"/>
              <a:gd name="connsiteY10" fmla="*/ 1216677 h 1537188"/>
              <a:gd name="connsiteX11" fmla="*/ 150829 w 2391548"/>
              <a:gd name="connsiteY11" fmla="*/ 1386359 h 1537188"/>
              <a:gd name="connsiteX12" fmla="*/ 160255 w 2391548"/>
              <a:gd name="connsiteY12" fmla="*/ 1442920 h 1537188"/>
              <a:gd name="connsiteX13" fmla="*/ 197963 w 2391548"/>
              <a:gd name="connsiteY13" fmla="*/ 1527762 h 1537188"/>
              <a:gd name="connsiteX14" fmla="*/ 226243 w 2391548"/>
              <a:gd name="connsiteY14" fmla="*/ 1537188 h 1537188"/>
              <a:gd name="connsiteX15" fmla="*/ 348791 w 2391548"/>
              <a:gd name="connsiteY15" fmla="*/ 1527762 h 1537188"/>
              <a:gd name="connsiteX16" fmla="*/ 405352 w 2391548"/>
              <a:gd name="connsiteY16" fmla="*/ 1508908 h 1537188"/>
              <a:gd name="connsiteX17" fmla="*/ 461913 w 2391548"/>
              <a:gd name="connsiteY17" fmla="*/ 1490054 h 1537188"/>
              <a:gd name="connsiteX18" fmla="*/ 490193 w 2391548"/>
              <a:gd name="connsiteY18" fmla="*/ 1471201 h 1537188"/>
              <a:gd name="connsiteX19" fmla="*/ 575035 w 2391548"/>
              <a:gd name="connsiteY19" fmla="*/ 1461774 h 1537188"/>
              <a:gd name="connsiteX20" fmla="*/ 678730 w 2391548"/>
              <a:gd name="connsiteY20" fmla="*/ 1433494 h 1537188"/>
              <a:gd name="connsiteX21" fmla="*/ 735290 w 2391548"/>
              <a:gd name="connsiteY21" fmla="*/ 1414640 h 1537188"/>
              <a:gd name="connsiteX22" fmla="*/ 791851 w 2391548"/>
              <a:gd name="connsiteY22" fmla="*/ 1405213 h 1537188"/>
              <a:gd name="connsiteX23" fmla="*/ 914400 w 2391548"/>
              <a:gd name="connsiteY23" fmla="*/ 1386359 h 1537188"/>
              <a:gd name="connsiteX24" fmla="*/ 999241 w 2391548"/>
              <a:gd name="connsiteY24" fmla="*/ 1358079 h 1537188"/>
              <a:gd name="connsiteX25" fmla="*/ 1112363 w 2391548"/>
              <a:gd name="connsiteY25" fmla="*/ 1339225 h 1537188"/>
              <a:gd name="connsiteX26" fmla="*/ 1338606 w 2391548"/>
              <a:gd name="connsiteY26" fmla="*/ 1348652 h 1537188"/>
              <a:gd name="connsiteX27" fmla="*/ 1366886 w 2391548"/>
              <a:gd name="connsiteY27" fmla="*/ 1358079 h 1537188"/>
              <a:gd name="connsiteX28" fmla="*/ 1404593 w 2391548"/>
              <a:gd name="connsiteY28" fmla="*/ 1386359 h 1537188"/>
              <a:gd name="connsiteX29" fmla="*/ 1432874 w 2391548"/>
              <a:gd name="connsiteY29" fmla="*/ 1395786 h 1537188"/>
              <a:gd name="connsiteX30" fmla="*/ 1480008 w 2391548"/>
              <a:gd name="connsiteY30" fmla="*/ 1414640 h 1537188"/>
              <a:gd name="connsiteX31" fmla="*/ 1536569 w 2391548"/>
              <a:gd name="connsiteY31" fmla="*/ 1433494 h 1537188"/>
              <a:gd name="connsiteX32" fmla="*/ 1687398 w 2391548"/>
              <a:gd name="connsiteY32" fmla="*/ 1424067 h 1537188"/>
              <a:gd name="connsiteX33" fmla="*/ 1791092 w 2391548"/>
              <a:gd name="connsiteY33" fmla="*/ 1405213 h 1537188"/>
              <a:gd name="connsiteX34" fmla="*/ 1828800 w 2391548"/>
              <a:gd name="connsiteY34" fmla="*/ 1395786 h 1537188"/>
              <a:gd name="connsiteX35" fmla="*/ 1885360 w 2391548"/>
              <a:gd name="connsiteY35" fmla="*/ 1376933 h 1537188"/>
              <a:gd name="connsiteX36" fmla="*/ 1913641 w 2391548"/>
              <a:gd name="connsiteY36" fmla="*/ 1358079 h 1537188"/>
              <a:gd name="connsiteX37" fmla="*/ 1941921 w 2391548"/>
              <a:gd name="connsiteY37" fmla="*/ 1348652 h 1537188"/>
              <a:gd name="connsiteX38" fmla="*/ 1989055 w 2391548"/>
              <a:gd name="connsiteY38" fmla="*/ 1329799 h 1537188"/>
              <a:gd name="connsiteX39" fmla="*/ 2073897 w 2391548"/>
              <a:gd name="connsiteY39" fmla="*/ 1301518 h 1537188"/>
              <a:gd name="connsiteX40" fmla="*/ 2130457 w 2391548"/>
              <a:gd name="connsiteY40" fmla="*/ 1263811 h 1537188"/>
              <a:gd name="connsiteX41" fmla="*/ 2158738 w 2391548"/>
              <a:gd name="connsiteY41" fmla="*/ 1254384 h 1537188"/>
              <a:gd name="connsiteX42" fmla="*/ 2215299 w 2391548"/>
              <a:gd name="connsiteY42" fmla="*/ 1207250 h 1537188"/>
              <a:gd name="connsiteX43" fmla="*/ 2234152 w 2391548"/>
              <a:gd name="connsiteY43" fmla="*/ 1178970 h 1537188"/>
              <a:gd name="connsiteX44" fmla="*/ 2262433 w 2391548"/>
              <a:gd name="connsiteY44" fmla="*/ 1169543 h 1537188"/>
              <a:gd name="connsiteX45" fmla="*/ 2309567 w 2391548"/>
              <a:gd name="connsiteY45" fmla="*/ 1131836 h 1537188"/>
              <a:gd name="connsiteX46" fmla="*/ 2347274 w 2391548"/>
              <a:gd name="connsiteY46" fmla="*/ 1065848 h 1537188"/>
              <a:gd name="connsiteX47" fmla="*/ 2366128 w 2391548"/>
              <a:gd name="connsiteY47" fmla="*/ 1037568 h 1537188"/>
              <a:gd name="connsiteX48" fmla="*/ 1960775 w 2391548"/>
              <a:gd name="connsiteY48" fmla="*/ 1056421 h 1537188"/>
              <a:gd name="connsiteX49" fmla="*/ 2102177 w 2391548"/>
              <a:gd name="connsiteY49" fmla="*/ 594508 h 1537188"/>
              <a:gd name="connsiteX50" fmla="*/ 2092750 w 2391548"/>
              <a:gd name="connsiteY50" fmla="*/ 566228 h 1537188"/>
              <a:gd name="connsiteX51" fmla="*/ 2045616 w 2391548"/>
              <a:gd name="connsiteY51" fmla="*/ 509667 h 1537188"/>
              <a:gd name="connsiteX52" fmla="*/ 2026763 w 2391548"/>
              <a:gd name="connsiteY52" fmla="*/ 481386 h 1537188"/>
              <a:gd name="connsiteX53" fmla="*/ 2017336 w 2391548"/>
              <a:gd name="connsiteY53" fmla="*/ 226863 h 1537188"/>
              <a:gd name="connsiteX54" fmla="*/ 1998482 w 2391548"/>
              <a:gd name="connsiteY54" fmla="*/ 198582 h 1537188"/>
              <a:gd name="connsiteX55" fmla="*/ 1989055 w 2391548"/>
              <a:gd name="connsiteY55" fmla="*/ 170302 h 1537188"/>
              <a:gd name="connsiteX56" fmla="*/ 1941921 w 2391548"/>
              <a:gd name="connsiteY56" fmla="*/ 113741 h 1537188"/>
              <a:gd name="connsiteX57" fmla="*/ 1904214 w 2391548"/>
              <a:gd name="connsiteY57" fmla="*/ 104314 h 1537188"/>
              <a:gd name="connsiteX58" fmla="*/ 1875934 w 2391548"/>
              <a:gd name="connsiteY58" fmla="*/ 94887 h 1537188"/>
              <a:gd name="connsiteX59" fmla="*/ 1809946 w 2391548"/>
              <a:gd name="connsiteY59" fmla="*/ 57180 h 1537188"/>
              <a:gd name="connsiteX60" fmla="*/ 1762812 w 2391548"/>
              <a:gd name="connsiteY60" fmla="*/ 47753 h 1537188"/>
              <a:gd name="connsiteX61" fmla="*/ 1659117 w 2391548"/>
              <a:gd name="connsiteY61" fmla="*/ 28900 h 1537188"/>
              <a:gd name="connsiteX62" fmla="*/ 1611983 w 2391548"/>
              <a:gd name="connsiteY62" fmla="*/ 10046 h 1537188"/>
              <a:gd name="connsiteX63" fmla="*/ 1404593 w 2391548"/>
              <a:gd name="connsiteY63" fmla="*/ 10046 h 1537188"/>
              <a:gd name="connsiteX64" fmla="*/ 1366886 w 2391548"/>
              <a:gd name="connsiteY64" fmla="*/ 19473 h 1537188"/>
              <a:gd name="connsiteX65" fmla="*/ 1282045 w 2391548"/>
              <a:gd name="connsiteY65" fmla="*/ 28900 h 1537188"/>
              <a:gd name="connsiteX66" fmla="*/ 1225484 w 2391548"/>
              <a:gd name="connsiteY66" fmla="*/ 47753 h 1537188"/>
              <a:gd name="connsiteX67" fmla="*/ 1197204 w 2391548"/>
              <a:gd name="connsiteY67" fmla="*/ 57180 h 1537188"/>
              <a:gd name="connsiteX68" fmla="*/ 1131216 w 2391548"/>
              <a:gd name="connsiteY68" fmla="*/ 85461 h 1537188"/>
              <a:gd name="connsiteX69" fmla="*/ 1046375 w 2391548"/>
              <a:gd name="connsiteY69" fmla="*/ 94887 h 1537188"/>
              <a:gd name="connsiteX70" fmla="*/ 989814 w 2391548"/>
              <a:gd name="connsiteY70" fmla="*/ 113741 h 1537188"/>
              <a:gd name="connsiteX71" fmla="*/ 895546 w 2391548"/>
              <a:gd name="connsiteY71" fmla="*/ 132595 h 1537188"/>
              <a:gd name="connsiteX72" fmla="*/ 838985 w 2391548"/>
              <a:gd name="connsiteY72" fmla="*/ 151448 h 1537188"/>
              <a:gd name="connsiteX73" fmla="*/ 754144 w 2391548"/>
              <a:gd name="connsiteY73" fmla="*/ 170302 h 1537188"/>
              <a:gd name="connsiteX74" fmla="*/ 716437 w 2391548"/>
              <a:gd name="connsiteY74" fmla="*/ 179729 h 1537188"/>
              <a:gd name="connsiteX75" fmla="*/ 688156 w 2391548"/>
              <a:gd name="connsiteY75" fmla="*/ 189155 h 1537188"/>
              <a:gd name="connsiteX76" fmla="*/ 641022 w 2391548"/>
              <a:gd name="connsiteY76" fmla="*/ 198582 h 1537188"/>
              <a:gd name="connsiteX77" fmla="*/ 612742 w 2391548"/>
              <a:gd name="connsiteY77" fmla="*/ 208009 h 1537188"/>
              <a:gd name="connsiteX78" fmla="*/ 575035 w 2391548"/>
              <a:gd name="connsiteY78" fmla="*/ 217436 h 1537188"/>
              <a:gd name="connsiteX79" fmla="*/ 546754 w 2391548"/>
              <a:gd name="connsiteY79" fmla="*/ 226863 h 1537188"/>
              <a:gd name="connsiteX80" fmla="*/ 414779 w 2391548"/>
              <a:gd name="connsiteY80" fmla="*/ 264570 h 1537188"/>
              <a:gd name="connsiteX81" fmla="*/ 311084 w 2391548"/>
              <a:gd name="connsiteY81" fmla="*/ 292850 h 1537188"/>
              <a:gd name="connsiteX82" fmla="*/ 263950 w 2391548"/>
              <a:gd name="connsiteY82" fmla="*/ 311704 h 1537188"/>
              <a:gd name="connsiteX83" fmla="*/ 207389 w 2391548"/>
              <a:gd name="connsiteY83" fmla="*/ 330557 h 1537188"/>
              <a:gd name="connsiteX84" fmla="*/ 141402 w 2391548"/>
              <a:gd name="connsiteY84" fmla="*/ 358838 h 1537188"/>
              <a:gd name="connsiteX85" fmla="*/ 113121 w 2391548"/>
              <a:gd name="connsiteY85" fmla="*/ 387118 h 1537188"/>
              <a:gd name="connsiteX86" fmla="*/ 47134 w 2391548"/>
              <a:gd name="connsiteY86" fmla="*/ 424825 h 1537188"/>
              <a:gd name="connsiteX87" fmla="*/ 0 w 2391548"/>
              <a:gd name="connsiteY87" fmla="*/ 481386 h 1537188"/>
              <a:gd name="connsiteX88" fmla="*/ 18853 w 2391548"/>
              <a:gd name="connsiteY88" fmla="*/ 585081 h 1537188"/>
              <a:gd name="connsiteX89" fmla="*/ 56560 w 2391548"/>
              <a:gd name="connsiteY89" fmla="*/ 651069 h 1537188"/>
              <a:gd name="connsiteX90" fmla="*/ 75414 w 2391548"/>
              <a:gd name="connsiteY90" fmla="*/ 707630 h 1537188"/>
              <a:gd name="connsiteX91" fmla="*/ 94268 w 2391548"/>
              <a:gd name="connsiteY91" fmla="*/ 735910 h 1537188"/>
              <a:gd name="connsiteX92" fmla="*/ 47134 w 2391548"/>
              <a:gd name="connsiteY92" fmla="*/ 679349 h 1537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2391548" h="1537188">
                <a:moveTo>
                  <a:pt x="47134" y="679349"/>
                </a:moveTo>
                <a:lnTo>
                  <a:pt x="47134" y="679349"/>
                </a:lnTo>
                <a:lnTo>
                  <a:pt x="141402" y="745337"/>
                </a:lnTo>
                <a:cubicBezTo>
                  <a:pt x="150717" y="751786"/>
                  <a:pt x="160255" y="757906"/>
                  <a:pt x="169682" y="764190"/>
                </a:cubicBezTo>
                <a:lnTo>
                  <a:pt x="197963" y="783044"/>
                </a:lnTo>
                <a:cubicBezTo>
                  <a:pt x="204247" y="792471"/>
                  <a:pt x="211749" y="801191"/>
                  <a:pt x="216816" y="811324"/>
                </a:cubicBezTo>
                <a:cubicBezTo>
                  <a:pt x="251382" y="880458"/>
                  <a:pt x="217006" y="1063278"/>
                  <a:pt x="216816" y="1065848"/>
                </a:cubicBezTo>
                <a:cubicBezTo>
                  <a:pt x="216082" y="1075758"/>
                  <a:pt x="212901" y="1085861"/>
                  <a:pt x="207389" y="1094129"/>
                </a:cubicBezTo>
                <a:cubicBezTo>
                  <a:pt x="199994" y="1105221"/>
                  <a:pt x="186858" y="1111561"/>
                  <a:pt x="179109" y="1122409"/>
                </a:cubicBezTo>
                <a:cubicBezTo>
                  <a:pt x="146409" y="1168189"/>
                  <a:pt x="171347" y="1147361"/>
                  <a:pt x="150829" y="1188397"/>
                </a:cubicBezTo>
                <a:cubicBezTo>
                  <a:pt x="145762" y="1198531"/>
                  <a:pt x="138260" y="1207250"/>
                  <a:pt x="131975" y="1216677"/>
                </a:cubicBezTo>
                <a:cubicBezTo>
                  <a:pt x="149939" y="1468170"/>
                  <a:pt x="128468" y="1274552"/>
                  <a:pt x="150829" y="1386359"/>
                </a:cubicBezTo>
                <a:cubicBezTo>
                  <a:pt x="154577" y="1405102"/>
                  <a:pt x="155619" y="1424377"/>
                  <a:pt x="160255" y="1442920"/>
                </a:cubicBezTo>
                <a:cubicBezTo>
                  <a:pt x="164216" y="1458762"/>
                  <a:pt x="178618" y="1512286"/>
                  <a:pt x="197963" y="1527762"/>
                </a:cubicBezTo>
                <a:cubicBezTo>
                  <a:pt x="205722" y="1533969"/>
                  <a:pt x="216816" y="1534046"/>
                  <a:pt x="226243" y="1537188"/>
                </a:cubicBezTo>
                <a:cubicBezTo>
                  <a:pt x="267092" y="1534046"/>
                  <a:pt x="308322" y="1534152"/>
                  <a:pt x="348791" y="1527762"/>
                </a:cubicBezTo>
                <a:cubicBezTo>
                  <a:pt x="368421" y="1524663"/>
                  <a:pt x="386498" y="1515193"/>
                  <a:pt x="405352" y="1508908"/>
                </a:cubicBezTo>
                <a:lnTo>
                  <a:pt x="461913" y="1490054"/>
                </a:lnTo>
                <a:cubicBezTo>
                  <a:pt x="472661" y="1486471"/>
                  <a:pt x="479202" y="1473949"/>
                  <a:pt x="490193" y="1471201"/>
                </a:cubicBezTo>
                <a:cubicBezTo>
                  <a:pt x="517798" y="1464300"/>
                  <a:pt x="546754" y="1464916"/>
                  <a:pt x="575035" y="1461774"/>
                </a:cubicBezTo>
                <a:cubicBezTo>
                  <a:pt x="627897" y="1444153"/>
                  <a:pt x="593675" y="1454757"/>
                  <a:pt x="678730" y="1433494"/>
                </a:cubicBezTo>
                <a:cubicBezTo>
                  <a:pt x="698010" y="1428674"/>
                  <a:pt x="716437" y="1420925"/>
                  <a:pt x="735290" y="1414640"/>
                </a:cubicBezTo>
                <a:cubicBezTo>
                  <a:pt x="753423" y="1408596"/>
                  <a:pt x="773108" y="1408962"/>
                  <a:pt x="791851" y="1405213"/>
                </a:cubicBezTo>
                <a:cubicBezTo>
                  <a:pt x="893902" y="1384802"/>
                  <a:pt x="735993" y="1406182"/>
                  <a:pt x="914400" y="1386359"/>
                </a:cubicBezTo>
                <a:lnTo>
                  <a:pt x="999241" y="1358079"/>
                </a:lnTo>
                <a:cubicBezTo>
                  <a:pt x="1019919" y="1351186"/>
                  <a:pt x="1097416" y="1341360"/>
                  <a:pt x="1112363" y="1339225"/>
                </a:cubicBezTo>
                <a:cubicBezTo>
                  <a:pt x="1187777" y="1342367"/>
                  <a:pt x="1263332" y="1343076"/>
                  <a:pt x="1338606" y="1348652"/>
                </a:cubicBezTo>
                <a:cubicBezTo>
                  <a:pt x="1348515" y="1349386"/>
                  <a:pt x="1358259" y="1353149"/>
                  <a:pt x="1366886" y="1358079"/>
                </a:cubicBezTo>
                <a:cubicBezTo>
                  <a:pt x="1380527" y="1365874"/>
                  <a:pt x="1390952" y="1378564"/>
                  <a:pt x="1404593" y="1386359"/>
                </a:cubicBezTo>
                <a:cubicBezTo>
                  <a:pt x="1413221" y="1391289"/>
                  <a:pt x="1423570" y="1392297"/>
                  <a:pt x="1432874" y="1395786"/>
                </a:cubicBezTo>
                <a:cubicBezTo>
                  <a:pt x="1448718" y="1401728"/>
                  <a:pt x="1464105" y="1408857"/>
                  <a:pt x="1480008" y="1414640"/>
                </a:cubicBezTo>
                <a:cubicBezTo>
                  <a:pt x="1498685" y="1421432"/>
                  <a:pt x="1536569" y="1433494"/>
                  <a:pt x="1536569" y="1433494"/>
                </a:cubicBezTo>
                <a:cubicBezTo>
                  <a:pt x="1586845" y="1430352"/>
                  <a:pt x="1637230" y="1428628"/>
                  <a:pt x="1687398" y="1424067"/>
                </a:cubicBezTo>
                <a:cubicBezTo>
                  <a:pt x="1704714" y="1422493"/>
                  <a:pt x="1771362" y="1409597"/>
                  <a:pt x="1791092" y="1405213"/>
                </a:cubicBezTo>
                <a:cubicBezTo>
                  <a:pt x="1803740" y="1402402"/>
                  <a:pt x="1816390" y="1399509"/>
                  <a:pt x="1828800" y="1395786"/>
                </a:cubicBezTo>
                <a:cubicBezTo>
                  <a:pt x="1847835" y="1390076"/>
                  <a:pt x="1885360" y="1376933"/>
                  <a:pt x="1885360" y="1376933"/>
                </a:cubicBezTo>
                <a:cubicBezTo>
                  <a:pt x="1894787" y="1370648"/>
                  <a:pt x="1903507" y="1363146"/>
                  <a:pt x="1913641" y="1358079"/>
                </a:cubicBezTo>
                <a:cubicBezTo>
                  <a:pt x="1922529" y="1353635"/>
                  <a:pt x="1932617" y="1352141"/>
                  <a:pt x="1941921" y="1348652"/>
                </a:cubicBezTo>
                <a:cubicBezTo>
                  <a:pt x="1957765" y="1342710"/>
                  <a:pt x="1973152" y="1335582"/>
                  <a:pt x="1989055" y="1329799"/>
                </a:cubicBezTo>
                <a:cubicBezTo>
                  <a:pt x="1989068" y="1329794"/>
                  <a:pt x="2059750" y="1306234"/>
                  <a:pt x="2073897" y="1301518"/>
                </a:cubicBezTo>
                <a:cubicBezTo>
                  <a:pt x="2095393" y="1294353"/>
                  <a:pt x="2111604" y="1276380"/>
                  <a:pt x="2130457" y="1263811"/>
                </a:cubicBezTo>
                <a:cubicBezTo>
                  <a:pt x="2138725" y="1258299"/>
                  <a:pt x="2149850" y="1258828"/>
                  <a:pt x="2158738" y="1254384"/>
                </a:cubicBezTo>
                <a:cubicBezTo>
                  <a:pt x="2179925" y="1243791"/>
                  <a:pt x="2200407" y="1225120"/>
                  <a:pt x="2215299" y="1207250"/>
                </a:cubicBezTo>
                <a:cubicBezTo>
                  <a:pt x="2222552" y="1198547"/>
                  <a:pt x="2225305" y="1186047"/>
                  <a:pt x="2234152" y="1178970"/>
                </a:cubicBezTo>
                <a:cubicBezTo>
                  <a:pt x="2241911" y="1172762"/>
                  <a:pt x="2253006" y="1172685"/>
                  <a:pt x="2262433" y="1169543"/>
                </a:cubicBezTo>
                <a:cubicBezTo>
                  <a:pt x="2316464" y="1088495"/>
                  <a:pt x="2244518" y="1183876"/>
                  <a:pt x="2309567" y="1131836"/>
                </a:cubicBezTo>
                <a:cubicBezTo>
                  <a:pt x="2321652" y="1122168"/>
                  <a:pt x="2341416" y="1076099"/>
                  <a:pt x="2347274" y="1065848"/>
                </a:cubicBezTo>
                <a:cubicBezTo>
                  <a:pt x="2352895" y="1056011"/>
                  <a:pt x="2430544" y="1039139"/>
                  <a:pt x="2366128" y="1037568"/>
                </a:cubicBezTo>
                <a:cubicBezTo>
                  <a:pt x="2301712" y="1035997"/>
                  <a:pt x="2004767" y="1130264"/>
                  <a:pt x="1960775" y="1056421"/>
                </a:cubicBezTo>
                <a:cubicBezTo>
                  <a:pt x="1907357" y="1028141"/>
                  <a:pt x="2102177" y="658924"/>
                  <a:pt x="2102177" y="594508"/>
                </a:cubicBezTo>
                <a:cubicBezTo>
                  <a:pt x="2099035" y="585081"/>
                  <a:pt x="2097194" y="575116"/>
                  <a:pt x="2092750" y="566228"/>
                </a:cubicBezTo>
                <a:cubicBezTo>
                  <a:pt x="2075193" y="531114"/>
                  <a:pt x="2071682" y="540946"/>
                  <a:pt x="2045616" y="509667"/>
                </a:cubicBezTo>
                <a:cubicBezTo>
                  <a:pt x="2038363" y="500963"/>
                  <a:pt x="2033047" y="490813"/>
                  <a:pt x="2026763" y="481386"/>
                </a:cubicBezTo>
                <a:cubicBezTo>
                  <a:pt x="2023621" y="396545"/>
                  <a:pt x="2025784" y="311341"/>
                  <a:pt x="2017336" y="226863"/>
                </a:cubicBezTo>
                <a:cubicBezTo>
                  <a:pt x="2016209" y="215589"/>
                  <a:pt x="2003549" y="208716"/>
                  <a:pt x="1998482" y="198582"/>
                </a:cubicBezTo>
                <a:cubicBezTo>
                  <a:pt x="1994038" y="189694"/>
                  <a:pt x="1993499" y="179190"/>
                  <a:pt x="1989055" y="170302"/>
                </a:cubicBezTo>
                <a:cubicBezTo>
                  <a:pt x="1981245" y="154681"/>
                  <a:pt x="1956518" y="122082"/>
                  <a:pt x="1941921" y="113741"/>
                </a:cubicBezTo>
                <a:cubicBezTo>
                  <a:pt x="1930672" y="107313"/>
                  <a:pt x="1916671" y="107873"/>
                  <a:pt x="1904214" y="104314"/>
                </a:cubicBezTo>
                <a:cubicBezTo>
                  <a:pt x="1894660" y="101584"/>
                  <a:pt x="1884822" y="99331"/>
                  <a:pt x="1875934" y="94887"/>
                </a:cubicBezTo>
                <a:cubicBezTo>
                  <a:pt x="1834565" y="74203"/>
                  <a:pt x="1859518" y="73704"/>
                  <a:pt x="1809946" y="57180"/>
                </a:cubicBezTo>
                <a:cubicBezTo>
                  <a:pt x="1794746" y="52113"/>
                  <a:pt x="1778453" y="51229"/>
                  <a:pt x="1762812" y="47753"/>
                </a:cubicBezTo>
                <a:cubicBezTo>
                  <a:pt x="1682815" y="29976"/>
                  <a:pt x="1773490" y="45239"/>
                  <a:pt x="1659117" y="28900"/>
                </a:cubicBezTo>
                <a:cubicBezTo>
                  <a:pt x="1643406" y="22615"/>
                  <a:pt x="1628308" y="14498"/>
                  <a:pt x="1611983" y="10046"/>
                </a:cubicBezTo>
                <a:cubicBezTo>
                  <a:pt x="1539349" y="-9764"/>
                  <a:pt x="1485903" y="4964"/>
                  <a:pt x="1404593" y="10046"/>
                </a:cubicBezTo>
                <a:cubicBezTo>
                  <a:pt x="1392024" y="13188"/>
                  <a:pt x="1379691" y="17503"/>
                  <a:pt x="1366886" y="19473"/>
                </a:cubicBezTo>
                <a:cubicBezTo>
                  <a:pt x="1338763" y="23800"/>
                  <a:pt x="1309947" y="23320"/>
                  <a:pt x="1282045" y="28900"/>
                </a:cubicBezTo>
                <a:cubicBezTo>
                  <a:pt x="1262557" y="32797"/>
                  <a:pt x="1244338" y="41469"/>
                  <a:pt x="1225484" y="47753"/>
                </a:cubicBezTo>
                <a:cubicBezTo>
                  <a:pt x="1216057" y="50895"/>
                  <a:pt x="1206092" y="52736"/>
                  <a:pt x="1197204" y="57180"/>
                </a:cubicBezTo>
                <a:cubicBezTo>
                  <a:pt x="1180032" y="65766"/>
                  <a:pt x="1152023" y="81993"/>
                  <a:pt x="1131216" y="85461"/>
                </a:cubicBezTo>
                <a:cubicBezTo>
                  <a:pt x="1103149" y="90139"/>
                  <a:pt x="1074655" y="91745"/>
                  <a:pt x="1046375" y="94887"/>
                </a:cubicBezTo>
                <a:lnTo>
                  <a:pt x="989814" y="113741"/>
                </a:lnTo>
                <a:cubicBezTo>
                  <a:pt x="959414" y="123875"/>
                  <a:pt x="925947" y="122462"/>
                  <a:pt x="895546" y="132595"/>
                </a:cubicBezTo>
                <a:lnTo>
                  <a:pt x="838985" y="151448"/>
                </a:lnTo>
                <a:cubicBezTo>
                  <a:pt x="815991" y="159113"/>
                  <a:pt x="776564" y="165320"/>
                  <a:pt x="754144" y="170302"/>
                </a:cubicBezTo>
                <a:cubicBezTo>
                  <a:pt x="741497" y="173113"/>
                  <a:pt x="728894" y="176170"/>
                  <a:pt x="716437" y="179729"/>
                </a:cubicBezTo>
                <a:cubicBezTo>
                  <a:pt x="706882" y="182459"/>
                  <a:pt x="697796" y="186745"/>
                  <a:pt x="688156" y="189155"/>
                </a:cubicBezTo>
                <a:cubicBezTo>
                  <a:pt x="672612" y="193041"/>
                  <a:pt x="656566" y="194696"/>
                  <a:pt x="641022" y="198582"/>
                </a:cubicBezTo>
                <a:cubicBezTo>
                  <a:pt x="631382" y="200992"/>
                  <a:pt x="622296" y="205279"/>
                  <a:pt x="612742" y="208009"/>
                </a:cubicBezTo>
                <a:cubicBezTo>
                  <a:pt x="600285" y="211568"/>
                  <a:pt x="587492" y="213877"/>
                  <a:pt x="575035" y="217436"/>
                </a:cubicBezTo>
                <a:cubicBezTo>
                  <a:pt x="565480" y="220166"/>
                  <a:pt x="556341" y="224248"/>
                  <a:pt x="546754" y="226863"/>
                </a:cubicBezTo>
                <a:cubicBezTo>
                  <a:pt x="416552" y="262372"/>
                  <a:pt x="523155" y="228444"/>
                  <a:pt x="414779" y="264570"/>
                </a:cubicBezTo>
                <a:cubicBezTo>
                  <a:pt x="272789" y="311901"/>
                  <a:pt x="476328" y="226751"/>
                  <a:pt x="311084" y="292850"/>
                </a:cubicBezTo>
                <a:cubicBezTo>
                  <a:pt x="295373" y="299135"/>
                  <a:pt x="279853" y="305921"/>
                  <a:pt x="263950" y="311704"/>
                </a:cubicBezTo>
                <a:cubicBezTo>
                  <a:pt x="245273" y="318496"/>
                  <a:pt x="225164" y="321669"/>
                  <a:pt x="207389" y="330557"/>
                </a:cubicBezTo>
                <a:cubicBezTo>
                  <a:pt x="160794" y="353855"/>
                  <a:pt x="183013" y="344967"/>
                  <a:pt x="141402" y="358838"/>
                </a:cubicBezTo>
                <a:cubicBezTo>
                  <a:pt x="131975" y="368265"/>
                  <a:pt x="123969" y="379369"/>
                  <a:pt x="113121" y="387118"/>
                </a:cubicBezTo>
                <a:cubicBezTo>
                  <a:pt x="48592" y="433210"/>
                  <a:pt x="100561" y="380303"/>
                  <a:pt x="47134" y="424825"/>
                </a:cubicBezTo>
                <a:cubicBezTo>
                  <a:pt x="19915" y="447508"/>
                  <a:pt x="18538" y="453579"/>
                  <a:pt x="0" y="481386"/>
                </a:cubicBezTo>
                <a:cubicBezTo>
                  <a:pt x="3441" y="505477"/>
                  <a:pt x="8595" y="557727"/>
                  <a:pt x="18853" y="585081"/>
                </a:cubicBezTo>
                <a:cubicBezTo>
                  <a:pt x="63997" y="705462"/>
                  <a:pt x="12801" y="552611"/>
                  <a:pt x="56560" y="651069"/>
                </a:cubicBezTo>
                <a:cubicBezTo>
                  <a:pt x="64631" y="669230"/>
                  <a:pt x="64390" y="691094"/>
                  <a:pt x="75414" y="707630"/>
                </a:cubicBezTo>
                <a:lnTo>
                  <a:pt x="94268" y="735910"/>
                </a:lnTo>
                <a:lnTo>
                  <a:pt x="47134" y="679349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6676354" y="4793744"/>
            <a:ext cx="2432150" cy="1537188"/>
          </a:xfrm>
          <a:custGeom>
            <a:avLst/>
            <a:gdLst>
              <a:gd name="connsiteX0" fmla="*/ 47134 w 2432150"/>
              <a:gd name="connsiteY0" fmla="*/ 679349 h 1537188"/>
              <a:gd name="connsiteX1" fmla="*/ 47134 w 2432150"/>
              <a:gd name="connsiteY1" fmla="*/ 679349 h 1537188"/>
              <a:gd name="connsiteX2" fmla="*/ 141402 w 2432150"/>
              <a:gd name="connsiteY2" fmla="*/ 745337 h 1537188"/>
              <a:gd name="connsiteX3" fmla="*/ 169682 w 2432150"/>
              <a:gd name="connsiteY3" fmla="*/ 764190 h 1537188"/>
              <a:gd name="connsiteX4" fmla="*/ 197963 w 2432150"/>
              <a:gd name="connsiteY4" fmla="*/ 783044 h 1537188"/>
              <a:gd name="connsiteX5" fmla="*/ 216816 w 2432150"/>
              <a:gd name="connsiteY5" fmla="*/ 811324 h 1537188"/>
              <a:gd name="connsiteX6" fmla="*/ 216816 w 2432150"/>
              <a:gd name="connsiteY6" fmla="*/ 1065848 h 1537188"/>
              <a:gd name="connsiteX7" fmla="*/ 207389 w 2432150"/>
              <a:gd name="connsiteY7" fmla="*/ 1094129 h 1537188"/>
              <a:gd name="connsiteX8" fmla="*/ 179109 w 2432150"/>
              <a:gd name="connsiteY8" fmla="*/ 1122409 h 1537188"/>
              <a:gd name="connsiteX9" fmla="*/ 150829 w 2432150"/>
              <a:gd name="connsiteY9" fmla="*/ 1188397 h 1537188"/>
              <a:gd name="connsiteX10" fmla="*/ 131975 w 2432150"/>
              <a:gd name="connsiteY10" fmla="*/ 1216677 h 1537188"/>
              <a:gd name="connsiteX11" fmla="*/ 150829 w 2432150"/>
              <a:gd name="connsiteY11" fmla="*/ 1386359 h 1537188"/>
              <a:gd name="connsiteX12" fmla="*/ 160255 w 2432150"/>
              <a:gd name="connsiteY12" fmla="*/ 1442920 h 1537188"/>
              <a:gd name="connsiteX13" fmla="*/ 197963 w 2432150"/>
              <a:gd name="connsiteY13" fmla="*/ 1527762 h 1537188"/>
              <a:gd name="connsiteX14" fmla="*/ 226243 w 2432150"/>
              <a:gd name="connsiteY14" fmla="*/ 1537188 h 1537188"/>
              <a:gd name="connsiteX15" fmla="*/ 348791 w 2432150"/>
              <a:gd name="connsiteY15" fmla="*/ 1527762 h 1537188"/>
              <a:gd name="connsiteX16" fmla="*/ 405352 w 2432150"/>
              <a:gd name="connsiteY16" fmla="*/ 1508908 h 1537188"/>
              <a:gd name="connsiteX17" fmla="*/ 461913 w 2432150"/>
              <a:gd name="connsiteY17" fmla="*/ 1490054 h 1537188"/>
              <a:gd name="connsiteX18" fmla="*/ 490193 w 2432150"/>
              <a:gd name="connsiteY18" fmla="*/ 1471201 h 1537188"/>
              <a:gd name="connsiteX19" fmla="*/ 575035 w 2432150"/>
              <a:gd name="connsiteY19" fmla="*/ 1461774 h 1537188"/>
              <a:gd name="connsiteX20" fmla="*/ 678730 w 2432150"/>
              <a:gd name="connsiteY20" fmla="*/ 1433494 h 1537188"/>
              <a:gd name="connsiteX21" fmla="*/ 735290 w 2432150"/>
              <a:gd name="connsiteY21" fmla="*/ 1414640 h 1537188"/>
              <a:gd name="connsiteX22" fmla="*/ 791851 w 2432150"/>
              <a:gd name="connsiteY22" fmla="*/ 1405213 h 1537188"/>
              <a:gd name="connsiteX23" fmla="*/ 914400 w 2432150"/>
              <a:gd name="connsiteY23" fmla="*/ 1386359 h 1537188"/>
              <a:gd name="connsiteX24" fmla="*/ 999241 w 2432150"/>
              <a:gd name="connsiteY24" fmla="*/ 1358079 h 1537188"/>
              <a:gd name="connsiteX25" fmla="*/ 1112363 w 2432150"/>
              <a:gd name="connsiteY25" fmla="*/ 1339225 h 1537188"/>
              <a:gd name="connsiteX26" fmla="*/ 1338606 w 2432150"/>
              <a:gd name="connsiteY26" fmla="*/ 1348652 h 1537188"/>
              <a:gd name="connsiteX27" fmla="*/ 1366886 w 2432150"/>
              <a:gd name="connsiteY27" fmla="*/ 1358079 h 1537188"/>
              <a:gd name="connsiteX28" fmla="*/ 1404593 w 2432150"/>
              <a:gd name="connsiteY28" fmla="*/ 1386359 h 1537188"/>
              <a:gd name="connsiteX29" fmla="*/ 1432874 w 2432150"/>
              <a:gd name="connsiteY29" fmla="*/ 1395786 h 1537188"/>
              <a:gd name="connsiteX30" fmla="*/ 1480008 w 2432150"/>
              <a:gd name="connsiteY30" fmla="*/ 1414640 h 1537188"/>
              <a:gd name="connsiteX31" fmla="*/ 1536569 w 2432150"/>
              <a:gd name="connsiteY31" fmla="*/ 1433494 h 1537188"/>
              <a:gd name="connsiteX32" fmla="*/ 1687398 w 2432150"/>
              <a:gd name="connsiteY32" fmla="*/ 1424067 h 1537188"/>
              <a:gd name="connsiteX33" fmla="*/ 1791092 w 2432150"/>
              <a:gd name="connsiteY33" fmla="*/ 1405213 h 1537188"/>
              <a:gd name="connsiteX34" fmla="*/ 1828800 w 2432150"/>
              <a:gd name="connsiteY34" fmla="*/ 1395786 h 1537188"/>
              <a:gd name="connsiteX35" fmla="*/ 1885360 w 2432150"/>
              <a:gd name="connsiteY35" fmla="*/ 1376933 h 1537188"/>
              <a:gd name="connsiteX36" fmla="*/ 1913641 w 2432150"/>
              <a:gd name="connsiteY36" fmla="*/ 1358079 h 1537188"/>
              <a:gd name="connsiteX37" fmla="*/ 1941921 w 2432150"/>
              <a:gd name="connsiteY37" fmla="*/ 1348652 h 1537188"/>
              <a:gd name="connsiteX38" fmla="*/ 1989055 w 2432150"/>
              <a:gd name="connsiteY38" fmla="*/ 1329799 h 1537188"/>
              <a:gd name="connsiteX39" fmla="*/ 2073897 w 2432150"/>
              <a:gd name="connsiteY39" fmla="*/ 1301518 h 1537188"/>
              <a:gd name="connsiteX40" fmla="*/ 2130457 w 2432150"/>
              <a:gd name="connsiteY40" fmla="*/ 1263811 h 1537188"/>
              <a:gd name="connsiteX41" fmla="*/ 2158738 w 2432150"/>
              <a:gd name="connsiteY41" fmla="*/ 1254384 h 1537188"/>
              <a:gd name="connsiteX42" fmla="*/ 2215299 w 2432150"/>
              <a:gd name="connsiteY42" fmla="*/ 1207250 h 1537188"/>
              <a:gd name="connsiteX43" fmla="*/ 2234152 w 2432150"/>
              <a:gd name="connsiteY43" fmla="*/ 1178970 h 1537188"/>
              <a:gd name="connsiteX44" fmla="*/ 2262433 w 2432150"/>
              <a:gd name="connsiteY44" fmla="*/ 1169543 h 1537188"/>
              <a:gd name="connsiteX45" fmla="*/ 2309567 w 2432150"/>
              <a:gd name="connsiteY45" fmla="*/ 1131836 h 1537188"/>
              <a:gd name="connsiteX46" fmla="*/ 2347274 w 2432150"/>
              <a:gd name="connsiteY46" fmla="*/ 1065848 h 1537188"/>
              <a:gd name="connsiteX47" fmla="*/ 2366128 w 2432150"/>
              <a:gd name="connsiteY47" fmla="*/ 1037568 h 1537188"/>
              <a:gd name="connsiteX48" fmla="*/ 2384981 w 2432150"/>
              <a:gd name="connsiteY48" fmla="*/ 999861 h 1537188"/>
              <a:gd name="connsiteX49" fmla="*/ 2394408 w 2432150"/>
              <a:gd name="connsiteY49" fmla="*/ 971580 h 1537188"/>
              <a:gd name="connsiteX50" fmla="*/ 2413262 w 2432150"/>
              <a:gd name="connsiteY50" fmla="*/ 943300 h 1537188"/>
              <a:gd name="connsiteX51" fmla="*/ 2432115 w 2432150"/>
              <a:gd name="connsiteY51" fmla="*/ 849032 h 1537188"/>
              <a:gd name="connsiteX52" fmla="*/ 2422688 w 2432150"/>
              <a:gd name="connsiteY52" fmla="*/ 764190 h 1537188"/>
              <a:gd name="connsiteX53" fmla="*/ 2394408 w 2432150"/>
              <a:gd name="connsiteY53" fmla="*/ 754764 h 1537188"/>
              <a:gd name="connsiteX54" fmla="*/ 2337847 w 2432150"/>
              <a:gd name="connsiteY54" fmla="*/ 707630 h 1537188"/>
              <a:gd name="connsiteX55" fmla="*/ 2243579 w 2432150"/>
              <a:gd name="connsiteY55" fmla="*/ 622788 h 1537188"/>
              <a:gd name="connsiteX56" fmla="*/ 2102177 w 2432150"/>
              <a:gd name="connsiteY56" fmla="*/ 594508 h 1537188"/>
              <a:gd name="connsiteX57" fmla="*/ 2092750 w 2432150"/>
              <a:gd name="connsiteY57" fmla="*/ 566228 h 1537188"/>
              <a:gd name="connsiteX58" fmla="*/ 2045616 w 2432150"/>
              <a:gd name="connsiteY58" fmla="*/ 509667 h 1537188"/>
              <a:gd name="connsiteX59" fmla="*/ 2026763 w 2432150"/>
              <a:gd name="connsiteY59" fmla="*/ 481386 h 1537188"/>
              <a:gd name="connsiteX60" fmla="*/ 2017336 w 2432150"/>
              <a:gd name="connsiteY60" fmla="*/ 226863 h 1537188"/>
              <a:gd name="connsiteX61" fmla="*/ 1998482 w 2432150"/>
              <a:gd name="connsiteY61" fmla="*/ 198582 h 1537188"/>
              <a:gd name="connsiteX62" fmla="*/ 1989055 w 2432150"/>
              <a:gd name="connsiteY62" fmla="*/ 170302 h 1537188"/>
              <a:gd name="connsiteX63" fmla="*/ 1941921 w 2432150"/>
              <a:gd name="connsiteY63" fmla="*/ 113741 h 1537188"/>
              <a:gd name="connsiteX64" fmla="*/ 1904214 w 2432150"/>
              <a:gd name="connsiteY64" fmla="*/ 104314 h 1537188"/>
              <a:gd name="connsiteX65" fmla="*/ 1875934 w 2432150"/>
              <a:gd name="connsiteY65" fmla="*/ 94887 h 1537188"/>
              <a:gd name="connsiteX66" fmla="*/ 1809946 w 2432150"/>
              <a:gd name="connsiteY66" fmla="*/ 57180 h 1537188"/>
              <a:gd name="connsiteX67" fmla="*/ 1762812 w 2432150"/>
              <a:gd name="connsiteY67" fmla="*/ 47753 h 1537188"/>
              <a:gd name="connsiteX68" fmla="*/ 1659117 w 2432150"/>
              <a:gd name="connsiteY68" fmla="*/ 28900 h 1537188"/>
              <a:gd name="connsiteX69" fmla="*/ 1611983 w 2432150"/>
              <a:gd name="connsiteY69" fmla="*/ 10046 h 1537188"/>
              <a:gd name="connsiteX70" fmla="*/ 1404593 w 2432150"/>
              <a:gd name="connsiteY70" fmla="*/ 10046 h 1537188"/>
              <a:gd name="connsiteX71" fmla="*/ 1366886 w 2432150"/>
              <a:gd name="connsiteY71" fmla="*/ 19473 h 1537188"/>
              <a:gd name="connsiteX72" fmla="*/ 1282045 w 2432150"/>
              <a:gd name="connsiteY72" fmla="*/ 28900 h 1537188"/>
              <a:gd name="connsiteX73" fmla="*/ 1225484 w 2432150"/>
              <a:gd name="connsiteY73" fmla="*/ 47753 h 1537188"/>
              <a:gd name="connsiteX74" fmla="*/ 1197204 w 2432150"/>
              <a:gd name="connsiteY74" fmla="*/ 57180 h 1537188"/>
              <a:gd name="connsiteX75" fmla="*/ 1131216 w 2432150"/>
              <a:gd name="connsiteY75" fmla="*/ 85461 h 1537188"/>
              <a:gd name="connsiteX76" fmla="*/ 1046375 w 2432150"/>
              <a:gd name="connsiteY76" fmla="*/ 94887 h 1537188"/>
              <a:gd name="connsiteX77" fmla="*/ 989814 w 2432150"/>
              <a:gd name="connsiteY77" fmla="*/ 113741 h 1537188"/>
              <a:gd name="connsiteX78" fmla="*/ 895546 w 2432150"/>
              <a:gd name="connsiteY78" fmla="*/ 132595 h 1537188"/>
              <a:gd name="connsiteX79" fmla="*/ 838985 w 2432150"/>
              <a:gd name="connsiteY79" fmla="*/ 151448 h 1537188"/>
              <a:gd name="connsiteX80" fmla="*/ 754144 w 2432150"/>
              <a:gd name="connsiteY80" fmla="*/ 170302 h 1537188"/>
              <a:gd name="connsiteX81" fmla="*/ 716437 w 2432150"/>
              <a:gd name="connsiteY81" fmla="*/ 179729 h 1537188"/>
              <a:gd name="connsiteX82" fmla="*/ 688156 w 2432150"/>
              <a:gd name="connsiteY82" fmla="*/ 189155 h 1537188"/>
              <a:gd name="connsiteX83" fmla="*/ 641022 w 2432150"/>
              <a:gd name="connsiteY83" fmla="*/ 198582 h 1537188"/>
              <a:gd name="connsiteX84" fmla="*/ 612742 w 2432150"/>
              <a:gd name="connsiteY84" fmla="*/ 208009 h 1537188"/>
              <a:gd name="connsiteX85" fmla="*/ 575035 w 2432150"/>
              <a:gd name="connsiteY85" fmla="*/ 217436 h 1537188"/>
              <a:gd name="connsiteX86" fmla="*/ 546754 w 2432150"/>
              <a:gd name="connsiteY86" fmla="*/ 226863 h 1537188"/>
              <a:gd name="connsiteX87" fmla="*/ 414779 w 2432150"/>
              <a:gd name="connsiteY87" fmla="*/ 264570 h 1537188"/>
              <a:gd name="connsiteX88" fmla="*/ 311084 w 2432150"/>
              <a:gd name="connsiteY88" fmla="*/ 292850 h 1537188"/>
              <a:gd name="connsiteX89" fmla="*/ 263950 w 2432150"/>
              <a:gd name="connsiteY89" fmla="*/ 311704 h 1537188"/>
              <a:gd name="connsiteX90" fmla="*/ 207389 w 2432150"/>
              <a:gd name="connsiteY90" fmla="*/ 330557 h 1537188"/>
              <a:gd name="connsiteX91" fmla="*/ 141402 w 2432150"/>
              <a:gd name="connsiteY91" fmla="*/ 358838 h 1537188"/>
              <a:gd name="connsiteX92" fmla="*/ 113121 w 2432150"/>
              <a:gd name="connsiteY92" fmla="*/ 387118 h 1537188"/>
              <a:gd name="connsiteX93" fmla="*/ 47134 w 2432150"/>
              <a:gd name="connsiteY93" fmla="*/ 424825 h 1537188"/>
              <a:gd name="connsiteX94" fmla="*/ 0 w 2432150"/>
              <a:gd name="connsiteY94" fmla="*/ 481386 h 1537188"/>
              <a:gd name="connsiteX95" fmla="*/ 18853 w 2432150"/>
              <a:gd name="connsiteY95" fmla="*/ 585081 h 1537188"/>
              <a:gd name="connsiteX96" fmla="*/ 56560 w 2432150"/>
              <a:gd name="connsiteY96" fmla="*/ 651069 h 1537188"/>
              <a:gd name="connsiteX97" fmla="*/ 75414 w 2432150"/>
              <a:gd name="connsiteY97" fmla="*/ 707630 h 1537188"/>
              <a:gd name="connsiteX98" fmla="*/ 94268 w 2432150"/>
              <a:gd name="connsiteY98" fmla="*/ 735910 h 1537188"/>
              <a:gd name="connsiteX99" fmla="*/ 47134 w 2432150"/>
              <a:gd name="connsiteY99" fmla="*/ 679349 h 1537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432150" h="1537188">
                <a:moveTo>
                  <a:pt x="47134" y="679349"/>
                </a:moveTo>
                <a:lnTo>
                  <a:pt x="47134" y="679349"/>
                </a:lnTo>
                <a:lnTo>
                  <a:pt x="141402" y="745337"/>
                </a:lnTo>
                <a:cubicBezTo>
                  <a:pt x="150717" y="751786"/>
                  <a:pt x="160255" y="757906"/>
                  <a:pt x="169682" y="764190"/>
                </a:cubicBezTo>
                <a:lnTo>
                  <a:pt x="197963" y="783044"/>
                </a:lnTo>
                <a:cubicBezTo>
                  <a:pt x="204247" y="792471"/>
                  <a:pt x="211749" y="801191"/>
                  <a:pt x="216816" y="811324"/>
                </a:cubicBezTo>
                <a:cubicBezTo>
                  <a:pt x="251382" y="880458"/>
                  <a:pt x="217006" y="1063278"/>
                  <a:pt x="216816" y="1065848"/>
                </a:cubicBezTo>
                <a:cubicBezTo>
                  <a:pt x="216082" y="1075758"/>
                  <a:pt x="212901" y="1085861"/>
                  <a:pt x="207389" y="1094129"/>
                </a:cubicBezTo>
                <a:cubicBezTo>
                  <a:pt x="199994" y="1105221"/>
                  <a:pt x="186858" y="1111561"/>
                  <a:pt x="179109" y="1122409"/>
                </a:cubicBezTo>
                <a:cubicBezTo>
                  <a:pt x="146409" y="1168189"/>
                  <a:pt x="171347" y="1147361"/>
                  <a:pt x="150829" y="1188397"/>
                </a:cubicBezTo>
                <a:cubicBezTo>
                  <a:pt x="145762" y="1198531"/>
                  <a:pt x="138260" y="1207250"/>
                  <a:pt x="131975" y="1216677"/>
                </a:cubicBezTo>
                <a:cubicBezTo>
                  <a:pt x="149939" y="1468170"/>
                  <a:pt x="128468" y="1274552"/>
                  <a:pt x="150829" y="1386359"/>
                </a:cubicBezTo>
                <a:cubicBezTo>
                  <a:pt x="154577" y="1405102"/>
                  <a:pt x="155619" y="1424377"/>
                  <a:pt x="160255" y="1442920"/>
                </a:cubicBezTo>
                <a:cubicBezTo>
                  <a:pt x="164216" y="1458762"/>
                  <a:pt x="178618" y="1512286"/>
                  <a:pt x="197963" y="1527762"/>
                </a:cubicBezTo>
                <a:cubicBezTo>
                  <a:pt x="205722" y="1533969"/>
                  <a:pt x="216816" y="1534046"/>
                  <a:pt x="226243" y="1537188"/>
                </a:cubicBezTo>
                <a:cubicBezTo>
                  <a:pt x="267092" y="1534046"/>
                  <a:pt x="308322" y="1534152"/>
                  <a:pt x="348791" y="1527762"/>
                </a:cubicBezTo>
                <a:cubicBezTo>
                  <a:pt x="368421" y="1524663"/>
                  <a:pt x="386498" y="1515193"/>
                  <a:pt x="405352" y="1508908"/>
                </a:cubicBezTo>
                <a:lnTo>
                  <a:pt x="461913" y="1490054"/>
                </a:lnTo>
                <a:cubicBezTo>
                  <a:pt x="472661" y="1486471"/>
                  <a:pt x="479202" y="1473949"/>
                  <a:pt x="490193" y="1471201"/>
                </a:cubicBezTo>
                <a:cubicBezTo>
                  <a:pt x="517798" y="1464300"/>
                  <a:pt x="546754" y="1464916"/>
                  <a:pt x="575035" y="1461774"/>
                </a:cubicBezTo>
                <a:cubicBezTo>
                  <a:pt x="627897" y="1444153"/>
                  <a:pt x="593675" y="1454757"/>
                  <a:pt x="678730" y="1433494"/>
                </a:cubicBezTo>
                <a:cubicBezTo>
                  <a:pt x="698010" y="1428674"/>
                  <a:pt x="716437" y="1420925"/>
                  <a:pt x="735290" y="1414640"/>
                </a:cubicBezTo>
                <a:cubicBezTo>
                  <a:pt x="753423" y="1408596"/>
                  <a:pt x="773108" y="1408962"/>
                  <a:pt x="791851" y="1405213"/>
                </a:cubicBezTo>
                <a:cubicBezTo>
                  <a:pt x="893902" y="1384802"/>
                  <a:pt x="735993" y="1406182"/>
                  <a:pt x="914400" y="1386359"/>
                </a:cubicBezTo>
                <a:lnTo>
                  <a:pt x="999241" y="1358079"/>
                </a:lnTo>
                <a:cubicBezTo>
                  <a:pt x="1019919" y="1351186"/>
                  <a:pt x="1097416" y="1341360"/>
                  <a:pt x="1112363" y="1339225"/>
                </a:cubicBezTo>
                <a:cubicBezTo>
                  <a:pt x="1187777" y="1342367"/>
                  <a:pt x="1263332" y="1343076"/>
                  <a:pt x="1338606" y="1348652"/>
                </a:cubicBezTo>
                <a:cubicBezTo>
                  <a:pt x="1348515" y="1349386"/>
                  <a:pt x="1358259" y="1353149"/>
                  <a:pt x="1366886" y="1358079"/>
                </a:cubicBezTo>
                <a:cubicBezTo>
                  <a:pt x="1380527" y="1365874"/>
                  <a:pt x="1390952" y="1378564"/>
                  <a:pt x="1404593" y="1386359"/>
                </a:cubicBezTo>
                <a:cubicBezTo>
                  <a:pt x="1413221" y="1391289"/>
                  <a:pt x="1423570" y="1392297"/>
                  <a:pt x="1432874" y="1395786"/>
                </a:cubicBezTo>
                <a:cubicBezTo>
                  <a:pt x="1448718" y="1401728"/>
                  <a:pt x="1464105" y="1408857"/>
                  <a:pt x="1480008" y="1414640"/>
                </a:cubicBezTo>
                <a:cubicBezTo>
                  <a:pt x="1498685" y="1421432"/>
                  <a:pt x="1536569" y="1433494"/>
                  <a:pt x="1536569" y="1433494"/>
                </a:cubicBezTo>
                <a:cubicBezTo>
                  <a:pt x="1586845" y="1430352"/>
                  <a:pt x="1637230" y="1428628"/>
                  <a:pt x="1687398" y="1424067"/>
                </a:cubicBezTo>
                <a:cubicBezTo>
                  <a:pt x="1704714" y="1422493"/>
                  <a:pt x="1771362" y="1409597"/>
                  <a:pt x="1791092" y="1405213"/>
                </a:cubicBezTo>
                <a:cubicBezTo>
                  <a:pt x="1803740" y="1402402"/>
                  <a:pt x="1816390" y="1399509"/>
                  <a:pt x="1828800" y="1395786"/>
                </a:cubicBezTo>
                <a:cubicBezTo>
                  <a:pt x="1847835" y="1390076"/>
                  <a:pt x="1885360" y="1376933"/>
                  <a:pt x="1885360" y="1376933"/>
                </a:cubicBezTo>
                <a:cubicBezTo>
                  <a:pt x="1894787" y="1370648"/>
                  <a:pt x="1903507" y="1363146"/>
                  <a:pt x="1913641" y="1358079"/>
                </a:cubicBezTo>
                <a:cubicBezTo>
                  <a:pt x="1922529" y="1353635"/>
                  <a:pt x="1932617" y="1352141"/>
                  <a:pt x="1941921" y="1348652"/>
                </a:cubicBezTo>
                <a:cubicBezTo>
                  <a:pt x="1957765" y="1342710"/>
                  <a:pt x="1973152" y="1335582"/>
                  <a:pt x="1989055" y="1329799"/>
                </a:cubicBezTo>
                <a:cubicBezTo>
                  <a:pt x="1989068" y="1329794"/>
                  <a:pt x="2059750" y="1306234"/>
                  <a:pt x="2073897" y="1301518"/>
                </a:cubicBezTo>
                <a:cubicBezTo>
                  <a:pt x="2095393" y="1294353"/>
                  <a:pt x="2111604" y="1276380"/>
                  <a:pt x="2130457" y="1263811"/>
                </a:cubicBezTo>
                <a:cubicBezTo>
                  <a:pt x="2138725" y="1258299"/>
                  <a:pt x="2149850" y="1258828"/>
                  <a:pt x="2158738" y="1254384"/>
                </a:cubicBezTo>
                <a:cubicBezTo>
                  <a:pt x="2179925" y="1243791"/>
                  <a:pt x="2200407" y="1225120"/>
                  <a:pt x="2215299" y="1207250"/>
                </a:cubicBezTo>
                <a:cubicBezTo>
                  <a:pt x="2222552" y="1198547"/>
                  <a:pt x="2225305" y="1186047"/>
                  <a:pt x="2234152" y="1178970"/>
                </a:cubicBezTo>
                <a:cubicBezTo>
                  <a:pt x="2241911" y="1172762"/>
                  <a:pt x="2253006" y="1172685"/>
                  <a:pt x="2262433" y="1169543"/>
                </a:cubicBezTo>
                <a:cubicBezTo>
                  <a:pt x="2316464" y="1088495"/>
                  <a:pt x="2244518" y="1183876"/>
                  <a:pt x="2309567" y="1131836"/>
                </a:cubicBezTo>
                <a:cubicBezTo>
                  <a:pt x="2321652" y="1122168"/>
                  <a:pt x="2341416" y="1076099"/>
                  <a:pt x="2347274" y="1065848"/>
                </a:cubicBezTo>
                <a:cubicBezTo>
                  <a:pt x="2352895" y="1056011"/>
                  <a:pt x="2360507" y="1047405"/>
                  <a:pt x="2366128" y="1037568"/>
                </a:cubicBezTo>
                <a:cubicBezTo>
                  <a:pt x="2373100" y="1025367"/>
                  <a:pt x="2379446" y="1012777"/>
                  <a:pt x="2384981" y="999861"/>
                </a:cubicBezTo>
                <a:cubicBezTo>
                  <a:pt x="2388895" y="990727"/>
                  <a:pt x="2389964" y="980468"/>
                  <a:pt x="2394408" y="971580"/>
                </a:cubicBezTo>
                <a:cubicBezTo>
                  <a:pt x="2399475" y="961447"/>
                  <a:pt x="2406977" y="952727"/>
                  <a:pt x="2413262" y="943300"/>
                </a:cubicBezTo>
                <a:cubicBezTo>
                  <a:pt x="2424869" y="908475"/>
                  <a:pt x="2432115" y="892356"/>
                  <a:pt x="2432115" y="849032"/>
                </a:cubicBezTo>
                <a:cubicBezTo>
                  <a:pt x="2432115" y="820577"/>
                  <a:pt x="2433256" y="790610"/>
                  <a:pt x="2422688" y="764190"/>
                </a:cubicBezTo>
                <a:cubicBezTo>
                  <a:pt x="2418998" y="754964"/>
                  <a:pt x="2403835" y="757906"/>
                  <a:pt x="2394408" y="754764"/>
                </a:cubicBezTo>
                <a:cubicBezTo>
                  <a:pt x="2351228" y="689994"/>
                  <a:pt x="2406191" y="762305"/>
                  <a:pt x="2337847" y="707630"/>
                </a:cubicBezTo>
                <a:cubicBezTo>
                  <a:pt x="2308560" y="684201"/>
                  <a:pt x="2279998" y="640998"/>
                  <a:pt x="2243579" y="622788"/>
                </a:cubicBezTo>
                <a:cubicBezTo>
                  <a:pt x="2195836" y="598916"/>
                  <a:pt x="2155495" y="600432"/>
                  <a:pt x="2102177" y="594508"/>
                </a:cubicBezTo>
                <a:cubicBezTo>
                  <a:pt x="2099035" y="585081"/>
                  <a:pt x="2097194" y="575116"/>
                  <a:pt x="2092750" y="566228"/>
                </a:cubicBezTo>
                <a:cubicBezTo>
                  <a:pt x="2075193" y="531114"/>
                  <a:pt x="2071682" y="540946"/>
                  <a:pt x="2045616" y="509667"/>
                </a:cubicBezTo>
                <a:cubicBezTo>
                  <a:pt x="2038363" y="500963"/>
                  <a:pt x="2033047" y="490813"/>
                  <a:pt x="2026763" y="481386"/>
                </a:cubicBezTo>
                <a:cubicBezTo>
                  <a:pt x="2023621" y="396545"/>
                  <a:pt x="2025784" y="311341"/>
                  <a:pt x="2017336" y="226863"/>
                </a:cubicBezTo>
                <a:cubicBezTo>
                  <a:pt x="2016209" y="215589"/>
                  <a:pt x="2003549" y="208716"/>
                  <a:pt x="1998482" y="198582"/>
                </a:cubicBezTo>
                <a:cubicBezTo>
                  <a:pt x="1994038" y="189694"/>
                  <a:pt x="1993499" y="179190"/>
                  <a:pt x="1989055" y="170302"/>
                </a:cubicBezTo>
                <a:cubicBezTo>
                  <a:pt x="1981245" y="154681"/>
                  <a:pt x="1956518" y="122082"/>
                  <a:pt x="1941921" y="113741"/>
                </a:cubicBezTo>
                <a:cubicBezTo>
                  <a:pt x="1930672" y="107313"/>
                  <a:pt x="1916671" y="107873"/>
                  <a:pt x="1904214" y="104314"/>
                </a:cubicBezTo>
                <a:cubicBezTo>
                  <a:pt x="1894660" y="101584"/>
                  <a:pt x="1884822" y="99331"/>
                  <a:pt x="1875934" y="94887"/>
                </a:cubicBezTo>
                <a:cubicBezTo>
                  <a:pt x="1834565" y="74203"/>
                  <a:pt x="1859518" y="73704"/>
                  <a:pt x="1809946" y="57180"/>
                </a:cubicBezTo>
                <a:cubicBezTo>
                  <a:pt x="1794746" y="52113"/>
                  <a:pt x="1778453" y="51229"/>
                  <a:pt x="1762812" y="47753"/>
                </a:cubicBezTo>
                <a:cubicBezTo>
                  <a:pt x="1682815" y="29976"/>
                  <a:pt x="1773490" y="45239"/>
                  <a:pt x="1659117" y="28900"/>
                </a:cubicBezTo>
                <a:cubicBezTo>
                  <a:pt x="1643406" y="22615"/>
                  <a:pt x="1628308" y="14498"/>
                  <a:pt x="1611983" y="10046"/>
                </a:cubicBezTo>
                <a:cubicBezTo>
                  <a:pt x="1539349" y="-9764"/>
                  <a:pt x="1485903" y="4964"/>
                  <a:pt x="1404593" y="10046"/>
                </a:cubicBezTo>
                <a:cubicBezTo>
                  <a:pt x="1392024" y="13188"/>
                  <a:pt x="1379691" y="17503"/>
                  <a:pt x="1366886" y="19473"/>
                </a:cubicBezTo>
                <a:cubicBezTo>
                  <a:pt x="1338763" y="23800"/>
                  <a:pt x="1309947" y="23320"/>
                  <a:pt x="1282045" y="28900"/>
                </a:cubicBezTo>
                <a:cubicBezTo>
                  <a:pt x="1262557" y="32797"/>
                  <a:pt x="1244338" y="41469"/>
                  <a:pt x="1225484" y="47753"/>
                </a:cubicBezTo>
                <a:cubicBezTo>
                  <a:pt x="1216057" y="50895"/>
                  <a:pt x="1206092" y="52736"/>
                  <a:pt x="1197204" y="57180"/>
                </a:cubicBezTo>
                <a:cubicBezTo>
                  <a:pt x="1180032" y="65766"/>
                  <a:pt x="1152023" y="81993"/>
                  <a:pt x="1131216" y="85461"/>
                </a:cubicBezTo>
                <a:cubicBezTo>
                  <a:pt x="1103149" y="90139"/>
                  <a:pt x="1074655" y="91745"/>
                  <a:pt x="1046375" y="94887"/>
                </a:cubicBezTo>
                <a:lnTo>
                  <a:pt x="989814" y="113741"/>
                </a:lnTo>
                <a:cubicBezTo>
                  <a:pt x="959414" y="123875"/>
                  <a:pt x="925947" y="122462"/>
                  <a:pt x="895546" y="132595"/>
                </a:cubicBezTo>
                <a:lnTo>
                  <a:pt x="838985" y="151448"/>
                </a:lnTo>
                <a:cubicBezTo>
                  <a:pt x="815991" y="159113"/>
                  <a:pt x="776564" y="165320"/>
                  <a:pt x="754144" y="170302"/>
                </a:cubicBezTo>
                <a:cubicBezTo>
                  <a:pt x="741497" y="173113"/>
                  <a:pt x="728894" y="176170"/>
                  <a:pt x="716437" y="179729"/>
                </a:cubicBezTo>
                <a:cubicBezTo>
                  <a:pt x="706882" y="182459"/>
                  <a:pt x="697796" y="186745"/>
                  <a:pt x="688156" y="189155"/>
                </a:cubicBezTo>
                <a:cubicBezTo>
                  <a:pt x="672612" y="193041"/>
                  <a:pt x="656566" y="194696"/>
                  <a:pt x="641022" y="198582"/>
                </a:cubicBezTo>
                <a:cubicBezTo>
                  <a:pt x="631382" y="200992"/>
                  <a:pt x="622296" y="205279"/>
                  <a:pt x="612742" y="208009"/>
                </a:cubicBezTo>
                <a:cubicBezTo>
                  <a:pt x="600285" y="211568"/>
                  <a:pt x="587492" y="213877"/>
                  <a:pt x="575035" y="217436"/>
                </a:cubicBezTo>
                <a:cubicBezTo>
                  <a:pt x="565480" y="220166"/>
                  <a:pt x="556341" y="224248"/>
                  <a:pt x="546754" y="226863"/>
                </a:cubicBezTo>
                <a:cubicBezTo>
                  <a:pt x="416552" y="262372"/>
                  <a:pt x="523155" y="228444"/>
                  <a:pt x="414779" y="264570"/>
                </a:cubicBezTo>
                <a:cubicBezTo>
                  <a:pt x="272789" y="311901"/>
                  <a:pt x="476328" y="226751"/>
                  <a:pt x="311084" y="292850"/>
                </a:cubicBezTo>
                <a:cubicBezTo>
                  <a:pt x="295373" y="299135"/>
                  <a:pt x="279853" y="305921"/>
                  <a:pt x="263950" y="311704"/>
                </a:cubicBezTo>
                <a:cubicBezTo>
                  <a:pt x="245273" y="318496"/>
                  <a:pt x="225164" y="321669"/>
                  <a:pt x="207389" y="330557"/>
                </a:cubicBezTo>
                <a:cubicBezTo>
                  <a:pt x="160794" y="353855"/>
                  <a:pt x="183013" y="344967"/>
                  <a:pt x="141402" y="358838"/>
                </a:cubicBezTo>
                <a:cubicBezTo>
                  <a:pt x="131975" y="368265"/>
                  <a:pt x="123969" y="379369"/>
                  <a:pt x="113121" y="387118"/>
                </a:cubicBezTo>
                <a:cubicBezTo>
                  <a:pt x="48592" y="433210"/>
                  <a:pt x="100561" y="380303"/>
                  <a:pt x="47134" y="424825"/>
                </a:cubicBezTo>
                <a:cubicBezTo>
                  <a:pt x="19915" y="447508"/>
                  <a:pt x="18538" y="453579"/>
                  <a:pt x="0" y="481386"/>
                </a:cubicBezTo>
                <a:cubicBezTo>
                  <a:pt x="3441" y="505477"/>
                  <a:pt x="8595" y="557727"/>
                  <a:pt x="18853" y="585081"/>
                </a:cubicBezTo>
                <a:cubicBezTo>
                  <a:pt x="63997" y="705462"/>
                  <a:pt x="12801" y="552611"/>
                  <a:pt x="56560" y="651069"/>
                </a:cubicBezTo>
                <a:cubicBezTo>
                  <a:pt x="64631" y="669230"/>
                  <a:pt x="64390" y="691094"/>
                  <a:pt x="75414" y="707630"/>
                </a:cubicBezTo>
                <a:lnTo>
                  <a:pt x="94268" y="735910"/>
                </a:lnTo>
                <a:lnTo>
                  <a:pt x="47134" y="679349"/>
                </a:ln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6817756" y="4953393"/>
            <a:ext cx="2074081" cy="1219776"/>
          </a:xfrm>
          <a:custGeom>
            <a:avLst/>
            <a:gdLst>
              <a:gd name="connsiteX0" fmla="*/ 0 w 2074081"/>
              <a:gd name="connsiteY0" fmla="*/ 666009 h 1219776"/>
              <a:gd name="connsiteX1" fmla="*/ 28280 w 2074081"/>
              <a:gd name="connsiteY1" fmla="*/ 618875 h 1219776"/>
              <a:gd name="connsiteX2" fmla="*/ 9427 w 2074081"/>
              <a:gd name="connsiteY2" fmla="*/ 468046 h 1219776"/>
              <a:gd name="connsiteX3" fmla="*/ 37707 w 2074081"/>
              <a:gd name="connsiteY3" fmla="*/ 383205 h 1219776"/>
              <a:gd name="connsiteX4" fmla="*/ 65987 w 2074081"/>
              <a:gd name="connsiteY4" fmla="*/ 373778 h 1219776"/>
              <a:gd name="connsiteX5" fmla="*/ 141402 w 2074081"/>
              <a:gd name="connsiteY5" fmla="*/ 383205 h 1219776"/>
              <a:gd name="connsiteX6" fmla="*/ 197963 w 2074081"/>
              <a:gd name="connsiteY6" fmla="*/ 449193 h 1219776"/>
              <a:gd name="connsiteX7" fmla="*/ 216816 w 2074081"/>
              <a:gd name="connsiteY7" fmla="*/ 684863 h 1219776"/>
              <a:gd name="connsiteX8" fmla="*/ 197963 w 2074081"/>
              <a:gd name="connsiteY8" fmla="*/ 929960 h 1219776"/>
              <a:gd name="connsiteX9" fmla="*/ 188536 w 2074081"/>
              <a:gd name="connsiteY9" fmla="*/ 958240 h 1219776"/>
              <a:gd name="connsiteX10" fmla="*/ 179109 w 2074081"/>
              <a:gd name="connsiteY10" fmla="*/ 1043081 h 1219776"/>
              <a:gd name="connsiteX11" fmla="*/ 169682 w 2074081"/>
              <a:gd name="connsiteY11" fmla="*/ 1071362 h 1219776"/>
              <a:gd name="connsiteX12" fmla="*/ 160255 w 2074081"/>
              <a:gd name="connsiteY12" fmla="*/ 1137349 h 1219776"/>
              <a:gd name="connsiteX13" fmla="*/ 169682 w 2074081"/>
              <a:gd name="connsiteY13" fmla="*/ 1212764 h 1219776"/>
              <a:gd name="connsiteX14" fmla="*/ 311084 w 2074081"/>
              <a:gd name="connsiteY14" fmla="*/ 1193910 h 1219776"/>
              <a:gd name="connsiteX15" fmla="*/ 339365 w 2074081"/>
              <a:gd name="connsiteY15" fmla="*/ 1137349 h 1219776"/>
              <a:gd name="connsiteX16" fmla="*/ 367645 w 2074081"/>
              <a:gd name="connsiteY16" fmla="*/ 1080789 h 1219776"/>
              <a:gd name="connsiteX17" fmla="*/ 377072 w 2074081"/>
              <a:gd name="connsiteY17" fmla="*/ 1005374 h 1219776"/>
              <a:gd name="connsiteX18" fmla="*/ 395926 w 2074081"/>
              <a:gd name="connsiteY18" fmla="*/ 892253 h 1219776"/>
              <a:gd name="connsiteX19" fmla="*/ 424206 w 2074081"/>
              <a:gd name="connsiteY19" fmla="*/ 901679 h 1219776"/>
              <a:gd name="connsiteX20" fmla="*/ 452486 w 2074081"/>
              <a:gd name="connsiteY20" fmla="*/ 967667 h 1219776"/>
              <a:gd name="connsiteX21" fmla="*/ 461913 w 2074081"/>
              <a:gd name="connsiteY21" fmla="*/ 995947 h 1219776"/>
              <a:gd name="connsiteX22" fmla="*/ 471340 w 2074081"/>
              <a:gd name="connsiteY22" fmla="*/ 1043081 h 1219776"/>
              <a:gd name="connsiteX23" fmla="*/ 499620 w 2074081"/>
              <a:gd name="connsiteY23" fmla="*/ 1052508 h 1219776"/>
              <a:gd name="connsiteX24" fmla="*/ 593888 w 2074081"/>
              <a:gd name="connsiteY24" fmla="*/ 1061935 h 1219776"/>
              <a:gd name="connsiteX25" fmla="*/ 688156 w 2074081"/>
              <a:gd name="connsiteY25" fmla="*/ 1052508 h 1219776"/>
              <a:gd name="connsiteX26" fmla="*/ 716437 w 2074081"/>
              <a:gd name="connsiteY26" fmla="*/ 1043081 h 1219776"/>
              <a:gd name="connsiteX27" fmla="*/ 754144 w 2074081"/>
              <a:gd name="connsiteY27" fmla="*/ 986521 h 1219776"/>
              <a:gd name="connsiteX28" fmla="*/ 754144 w 2074081"/>
              <a:gd name="connsiteY28" fmla="*/ 863972 h 1219776"/>
              <a:gd name="connsiteX29" fmla="*/ 697583 w 2074081"/>
              <a:gd name="connsiteY29" fmla="*/ 835692 h 1219776"/>
              <a:gd name="connsiteX30" fmla="*/ 659876 w 2074081"/>
              <a:gd name="connsiteY30" fmla="*/ 816838 h 1219776"/>
              <a:gd name="connsiteX31" fmla="*/ 631596 w 2074081"/>
              <a:gd name="connsiteY31" fmla="*/ 807411 h 1219776"/>
              <a:gd name="connsiteX32" fmla="*/ 603315 w 2074081"/>
              <a:gd name="connsiteY32" fmla="*/ 788558 h 1219776"/>
              <a:gd name="connsiteX33" fmla="*/ 537328 w 2074081"/>
              <a:gd name="connsiteY33" fmla="*/ 779131 h 1219776"/>
              <a:gd name="connsiteX34" fmla="*/ 490194 w 2074081"/>
              <a:gd name="connsiteY34" fmla="*/ 769704 h 1219776"/>
              <a:gd name="connsiteX35" fmla="*/ 461913 w 2074081"/>
              <a:gd name="connsiteY35" fmla="*/ 750850 h 1219776"/>
              <a:gd name="connsiteX36" fmla="*/ 433633 w 2074081"/>
              <a:gd name="connsiteY36" fmla="*/ 684863 h 1219776"/>
              <a:gd name="connsiteX37" fmla="*/ 424206 w 2074081"/>
              <a:gd name="connsiteY37" fmla="*/ 609448 h 1219776"/>
              <a:gd name="connsiteX38" fmla="*/ 414779 w 2074081"/>
              <a:gd name="connsiteY38" fmla="*/ 581168 h 1219776"/>
              <a:gd name="connsiteX39" fmla="*/ 395926 w 2074081"/>
              <a:gd name="connsiteY39" fmla="*/ 477473 h 1219776"/>
              <a:gd name="connsiteX40" fmla="*/ 405352 w 2074081"/>
              <a:gd name="connsiteY40" fmla="*/ 326644 h 1219776"/>
              <a:gd name="connsiteX41" fmla="*/ 433633 w 2074081"/>
              <a:gd name="connsiteY41" fmla="*/ 317217 h 1219776"/>
              <a:gd name="connsiteX42" fmla="*/ 471340 w 2074081"/>
              <a:gd name="connsiteY42" fmla="*/ 345498 h 1219776"/>
              <a:gd name="connsiteX43" fmla="*/ 527901 w 2074081"/>
              <a:gd name="connsiteY43" fmla="*/ 402059 h 1219776"/>
              <a:gd name="connsiteX44" fmla="*/ 537328 w 2074081"/>
              <a:gd name="connsiteY44" fmla="*/ 666009 h 1219776"/>
              <a:gd name="connsiteX45" fmla="*/ 565608 w 2074081"/>
              <a:gd name="connsiteY45" fmla="*/ 675436 h 1219776"/>
              <a:gd name="connsiteX46" fmla="*/ 641022 w 2074081"/>
              <a:gd name="connsiteY46" fmla="*/ 656582 h 1219776"/>
              <a:gd name="connsiteX47" fmla="*/ 669303 w 2074081"/>
              <a:gd name="connsiteY47" fmla="*/ 637729 h 1219776"/>
              <a:gd name="connsiteX48" fmla="*/ 716437 w 2074081"/>
              <a:gd name="connsiteY48" fmla="*/ 552888 h 1219776"/>
              <a:gd name="connsiteX49" fmla="*/ 707010 w 2074081"/>
              <a:gd name="connsiteY49" fmla="*/ 496327 h 1219776"/>
              <a:gd name="connsiteX50" fmla="*/ 697583 w 2074081"/>
              <a:gd name="connsiteY50" fmla="*/ 468046 h 1219776"/>
              <a:gd name="connsiteX51" fmla="*/ 688156 w 2074081"/>
              <a:gd name="connsiteY51" fmla="*/ 430339 h 1219776"/>
              <a:gd name="connsiteX52" fmla="*/ 669303 w 2074081"/>
              <a:gd name="connsiteY52" fmla="*/ 364352 h 1219776"/>
              <a:gd name="connsiteX53" fmla="*/ 678730 w 2074081"/>
              <a:gd name="connsiteY53" fmla="*/ 241803 h 1219776"/>
              <a:gd name="connsiteX54" fmla="*/ 707010 w 2074081"/>
              <a:gd name="connsiteY54" fmla="*/ 232376 h 1219776"/>
              <a:gd name="connsiteX55" fmla="*/ 782424 w 2074081"/>
              <a:gd name="connsiteY55" fmla="*/ 241803 h 1219776"/>
              <a:gd name="connsiteX56" fmla="*/ 810705 w 2074081"/>
              <a:gd name="connsiteY56" fmla="*/ 279510 h 1219776"/>
              <a:gd name="connsiteX57" fmla="*/ 838985 w 2074081"/>
              <a:gd name="connsiteY57" fmla="*/ 298364 h 1219776"/>
              <a:gd name="connsiteX58" fmla="*/ 867266 w 2074081"/>
              <a:gd name="connsiteY58" fmla="*/ 345498 h 1219776"/>
              <a:gd name="connsiteX59" fmla="*/ 895546 w 2074081"/>
              <a:gd name="connsiteY59" fmla="*/ 373778 h 1219776"/>
              <a:gd name="connsiteX60" fmla="*/ 895546 w 2074081"/>
              <a:gd name="connsiteY60" fmla="*/ 609448 h 1219776"/>
              <a:gd name="connsiteX61" fmla="*/ 876693 w 2074081"/>
              <a:gd name="connsiteY61" fmla="*/ 637729 h 1219776"/>
              <a:gd name="connsiteX62" fmla="*/ 867266 w 2074081"/>
              <a:gd name="connsiteY62" fmla="*/ 694290 h 1219776"/>
              <a:gd name="connsiteX63" fmla="*/ 848412 w 2074081"/>
              <a:gd name="connsiteY63" fmla="*/ 750850 h 1219776"/>
              <a:gd name="connsiteX64" fmla="*/ 838985 w 2074081"/>
              <a:gd name="connsiteY64" fmla="*/ 779131 h 1219776"/>
              <a:gd name="connsiteX65" fmla="*/ 820132 w 2074081"/>
              <a:gd name="connsiteY65" fmla="*/ 835692 h 1219776"/>
              <a:gd name="connsiteX66" fmla="*/ 810705 w 2074081"/>
              <a:gd name="connsiteY66" fmla="*/ 863972 h 1219776"/>
              <a:gd name="connsiteX67" fmla="*/ 857839 w 2074081"/>
              <a:gd name="connsiteY67" fmla="*/ 1127923 h 1219776"/>
              <a:gd name="connsiteX68" fmla="*/ 886119 w 2074081"/>
              <a:gd name="connsiteY68" fmla="*/ 1137349 h 1219776"/>
              <a:gd name="connsiteX69" fmla="*/ 980387 w 2074081"/>
              <a:gd name="connsiteY69" fmla="*/ 1127923 h 1219776"/>
              <a:gd name="connsiteX70" fmla="*/ 1008668 w 2074081"/>
              <a:gd name="connsiteY70" fmla="*/ 1099642 h 1219776"/>
              <a:gd name="connsiteX71" fmla="*/ 1046375 w 2074081"/>
              <a:gd name="connsiteY71" fmla="*/ 1080789 h 1219776"/>
              <a:gd name="connsiteX72" fmla="*/ 1168923 w 2074081"/>
              <a:gd name="connsiteY72" fmla="*/ 1090215 h 1219776"/>
              <a:gd name="connsiteX73" fmla="*/ 1197204 w 2074081"/>
              <a:gd name="connsiteY73" fmla="*/ 1109069 h 1219776"/>
              <a:gd name="connsiteX74" fmla="*/ 1253765 w 2074081"/>
              <a:gd name="connsiteY74" fmla="*/ 1127923 h 1219776"/>
              <a:gd name="connsiteX75" fmla="*/ 1291472 w 2074081"/>
              <a:gd name="connsiteY75" fmla="*/ 1137349 h 1219776"/>
              <a:gd name="connsiteX76" fmla="*/ 1385740 w 2074081"/>
              <a:gd name="connsiteY76" fmla="*/ 1165630 h 1219776"/>
              <a:gd name="connsiteX77" fmla="*/ 1461154 w 2074081"/>
              <a:gd name="connsiteY77" fmla="*/ 1175057 h 1219776"/>
              <a:gd name="connsiteX78" fmla="*/ 1489435 w 2074081"/>
              <a:gd name="connsiteY78" fmla="*/ 1184483 h 1219776"/>
              <a:gd name="connsiteX79" fmla="*/ 1489435 w 2074081"/>
              <a:gd name="connsiteY79" fmla="*/ 1080789 h 1219776"/>
              <a:gd name="connsiteX80" fmla="*/ 1423447 w 2074081"/>
              <a:gd name="connsiteY80" fmla="*/ 1052508 h 1219776"/>
              <a:gd name="connsiteX81" fmla="*/ 1348033 w 2074081"/>
              <a:gd name="connsiteY81" fmla="*/ 1033655 h 1219776"/>
              <a:gd name="connsiteX82" fmla="*/ 1216057 w 2074081"/>
              <a:gd name="connsiteY82" fmla="*/ 1024228 h 1219776"/>
              <a:gd name="connsiteX83" fmla="*/ 1178350 w 2074081"/>
              <a:gd name="connsiteY83" fmla="*/ 995947 h 1219776"/>
              <a:gd name="connsiteX84" fmla="*/ 1121789 w 2074081"/>
              <a:gd name="connsiteY84" fmla="*/ 986521 h 1219776"/>
              <a:gd name="connsiteX85" fmla="*/ 1055802 w 2074081"/>
              <a:gd name="connsiteY85" fmla="*/ 967667 h 1219776"/>
              <a:gd name="connsiteX86" fmla="*/ 1018095 w 2074081"/>
              <a:gd name="connsiteY86" fmla="*/ 958240 h 1219776"/>
              <a:gd name="connsiteX87" fmla="*/ 970961 w 2074081"/>
              <a:gd name="connsiteY87" fmla="*/ 901679 h 1219776"/>
              <a:gd name="connsiteX88" fmla="*/ 1008668 w 2074081"/>
              <a:gd name="connsiteY88" fmla="*/ 835692 h 1219776"/>
              <a:gd name="connsiteX89" fmla="*/ 1046375 w 2074081"/>
              <a:gd name="connsiteY89" fmla="*/ 807411 h 1219776"/>
              <a:gd name="connsiteX90" fmla="*/ 1074655 w 2074081"/>
              <a:gd name="connsiteY90" fmla="*/ 788558 h 1219776"/>
              <a:gd name="connsiteX91" fmla="*/ 1102936 w 2074081"/>
              <a:gd name="connsiteY91" fmla="*/ 760277 h 1219776"/>
              <a:gd name="connsiteX92" fmla="*/ 1168923 w 2074081"/>
              <a:gd name="connsiteY92" fmla="*/ 713143 h 1219776"/>
              <a:gd name="connsiteX93" fmla="*/ 1197204 w 2074081"/>
              <a:gd name="connsiteY93" fmla="*/ 703716 h 1219776"/>
              <a:gd name="connsiteX94" fmla="*/ 1253765 w 2074081"/>
              <a:gd name="connsiteY94" fmla="*/ 618875 h 1219776"/>
              <a:gd name="connsiteX95" fmla="*/ 1272618 w 2074081"/>
              <a:gd name="connsiteY95" fmla="*/ 590595 h 1219776"/>
              <a:gd name="connsiteX96" fmla="*/ 1300899 w 2074081"/>
              <a:gd name="connsiteY96" fmla="*/ 552888 h 1219776"/>
              <a:gd name="connsiteX97" fmla="*/ 1310326 w 2074081"/>
              <a:gd name="connsiteY97" fmla="*/ 524607 h 1219776"/>
              <a:gd name="connsiteX98" fmla="*/ 1291472 w 2074081"/>
              <a:gd name="connsiteY98" fmla="*/ 430339 h 1219776"/>
              <a:gd name="connsiteX99" fmla="*/ 1272618 w 2074081"/>
              <a:gd name="connsiteY99" fmla="*/ 402059 h 1219776"/>
              <a:gd name="connsiteX100" fmla="*/ 1216057 w 2074081"/>
              <a:gd name="connsiteY100" fmla="*/ 364352 h 1219776"/>
              <a:gd name="connsiteX101" fmla="*/ 1150070 w 2074081"/>
              <a:gd name="connsiteY101" fmla="*/ 345498 h 1219776"/>
              <a:gd name="connsiteX102" fmla="*/ 1093509 w 2074081"/>
              <a:gd name="connsiteY102" fmla="*/ 298364 h 1219776"/>
              <a:gd name="connsiteX103" fmla="*/ 1084082 w 2074081"/>
              <a:gd name="connsiteY103" fmla="*/ 449193 h 1219776"/>
              <a:gd name="connsiteX104" fmla="*/ 1065229 w 2074081"/>
              <a:gd name="connsiteY104" fmla="*/ 477473 h 1219776"/>
              <a:gd name="connsiteX105" fmla="*/ 1055802 w 2074081"/>
              <a:gd name="connsiteY105" fmla="*/ 590595 h 1219776"/>
              <a:gd name="connsiteX106" fmla="*/ 1027521 w 2074081"/>
              <a:gd name="connsiteY106" fmla="*/ 581168 h 1219776"/>
              <a:gd name="connsiteX107" fmla="*/ 1018095 w 2074081"/>
              <a:gd name="connsiteY107" fmla="*/ 552888 h 1219776"/>
              <a:gd name="connsiteX108" fmla="*/ 1036948 w 2074081"/>
              <a:gd name="connsiteY108" fmla="*/ 458620 h 1219776"/>
              <a:gd name="connsiteX109" fmla="*/ 1027521 w 2074081"/>
              <a:gd name="connsiteY109" fmla="*/ 420912 h 1219776"/>
              <a:gd name="connsiteX110" fmla="*/ 1008668 w 2074081"/>
              <a:gd name="connsiteY110" fmla="*/ 392632 h 1219776"/>
              <a:gd name="connsiteX111" fmla="*/ 1036948 w 2074081"/>
              <a:gd name="connsiteY111" fmla="*/ 241803 h 1219776"/>
              <a:gd name="connsiteX112" fmla="*/ 1093509 w 2074081"/>
              <a:gd name="connsiteY112" fmla="*/ 204096 h 1219776"/>
              <a:gd name="connsiteX113" fmla="*/ 1121789 w 2074081"/>
              <a:gd name="connsiteY113" fmla="*/ 185242 h 1219776"/>
              <a:gd name="connsiteX114" fmla="*/ 1178350 w 2074081"/>
              <a:gd name="connsiteY114" fmla="*/ 166389 h 1219776"/>
              <a:gd name="connsiteX115" fmla="*/ 1234911 w 2074081"/>
              <a:gd name="connsiteY115" fmla="*/ 185242 h 1219776"/>
              <a:gd name="connsiteX116" fmla="*/ 1300899 w 2074081"/>
              <a:gd name="connsiteY116" fmla="*/ 241803 h 1219776"/>
              <a:gd name="connsiteX117" fmla="*/ 1348033 w 2074081"/>
              <a:gd name="connsiteY117" fmla="*/ 270083 h 1219776"/>
              <a:gd name="connsiteX118" fmla="*/ 1366886 w 2074081"/>
              <a:gd name="connsiteY118" fmla="*/ 298364 h 1219776"/>
              <a:gd name="connsiteX119" fmla="*/ 1395167 w 2074081"/>
              <a:gd name="connsiteY119" fmla="*/ 288937 h 1219776"/>
              <a:gd name="connsiteX120" fmla="*/ 1404594 w 2074081"/>
              <a:gd name="connsiteY120" fmla="*/ 251230 h 1219776"/>
              <a:gd name="connsiteX121" fmla="*/ 1432874 w 2074081"/>
              <a:gd name="connsiteY121" fmla="*/ 175815 h 1219776"/>
              <a:gd name="connsiteX122" fmla="*/ 1432874 w 2074081"/>
              <a:gd name="connsiteY122" fmla="*/ 6133 h 1219776"/>
              <a:gd name="connsiteX123" fmla="*/ 1527142 w 2074081"/>
              <a:gd name="connsiteY123" fmla="*/ 15560 h 1219776"/>
              <a:gd name="connsiteX124" fmla="*/ 1545996 w 2074081"/>
              <a:gd name="connsiteY124" fmla="*/ 43840 h 1219776"/>
              <a:gd name="connsiteX125" fmla="*/ 1583703 w 2074081"/>
              <a:gd name="connsiteY125" fmla="*/ 53267 h 1219776"/>
              <a:gd name="connsiteX126" fmla="*/ 1611983 w 2074081"/>
              <a:gd name="connsiteY126" fmla="*/ 62694 h 1219776"/>
              <a:gd name="connsiteX127" fmla="*/ 1630837 w 2074081"/>
              <a:gd name="connsiteY127" fmla="*/ 90974 h 1219776"/>
              <a:gd name="connsiteX128" fmla="*/ 1659117 w 2074081"/>
              <a:gd name="connsiteY128" fmla="*/ 109828 h 1219776"/>
              <a:gd name="connsiteX129" fmla="*/ 1677971 w 2074081"/>
              <a:gd name="connsiteY129" fmla="*/ 166389 h 1219776"/>
              <a:gd name="connsiteX130" fmla="*/ 1687398 w 2074081"/>
              <a:gd name="connsiteY130" fmla="*/ 194669 h 1219776"/>
              <a:gd name="connsiteX131" fmla="*/ 1677971 w 2074081"/>
              <a:gd name="connsiteY131" fmla="*/ 298364 h 1219776"/>
              <a:gd name="connsiteX132" fmla="*/ 1611983 w 2074081"/>
              <a:gd name="connsiteY132" fmla="*/ 364352 h 1219776"/>
              <a:gd name="connsiteX133" fmla="*/ 1574276 w 2074081"/>
              <a:gd name="connsiteY133" fmla="*/ 383205 h 1219776"/>
              <a:gd name="connsiteX134" fmla="*/ 1545996 w 2074081"/>
              <a:gd name="connsiteY134" fmla="*/ 392632 h 1219776"/>
              <a:gd name="connsiteX135" fmla="*/ 1480008 w 2074081"/>
              <a:gd name="connsiteY135" fmla="*/ 430339 h 1219776"/>
              <a:gd name="connsiteX136" fmla="*/ 1442301 w 2074081"/>
              <a:gd name="connsiteY136" fmla="*/ 486900 h 1219776"/>
              <a:gd name="connsiteX137" fmla="*/ 1432874 w 2074081"/>
              <a:gd name="connsiteY137" fmla="*/ 515180 h 1219776"/>
              <a:gd name="connsiteX138" fmla="*/ 1395167 w 2074081"/>
              <a:gd name="connsiteY138" fmla="*/ 571741 h 1219776"/>
              <a:gd name="connsiteX139" fmla="*/ 1385740 w 2074081"/>
              <a:gd name="connsiteY139" fmla="*/ 600022 h 1219776"/>
              <a:gd name="connsiteX140" fmla="*/ 1348033 w 2074081"/>
              <a:gd name="connsiteY140" fmla="*/ 628302 h 1219776"/>
              <a:gd name="connsiteX141" fmla="*/ 1329179 w 2074081"/>
              <a:gd name="connsiteY141" fmla="*/ 684863 h 1219776"/>
              <a:gd name="connsiteX142" fmla="*/ 1338606 w 2074081"/>
              <a:gd name="connsiteY142" fmla="*/ 713143 h 1219776"/>
              <a:gd name="connsiteX143" fmla="*/ 1357460 w 2074081"/>
              <a:gd name="connsiteY143" fmla="*/ 741424 h 1219776"/>
              <a:gd name="connsiteX144" fmla="*/ 1414020 w 2074081"/>
              <a:gd name="connsiteY144" fmla="*/ 769704 h 1219776"/>
              <a:gd name="connsiteX145" fmla="*/ 1489435 w 2074081"/>
              <a:gd name="connsiteY145" fmla="*/ 760277 h 1219776"/>
              <a:gd name="connsiteX146" fmla="*/ 1517715 w 2074081"/>
              <a:gd name="connsiteY146" fmla="*/ 741424 h 1219776"/>
              <a:gd name="connsiteX147" fmla="*/ 1489435 w 2074081"/>
              <a:gd name="connsiteY147" fmla="*/ 722570 h 1219776"/>
              <a:gd name="connsiteX148" fmla="*/ 1357460 w 2074081"/>
              <a:gd name="connsiteY148" fmla="*/ 731997 h 1219776"/>
              <a:gd name="connsiteX149" fmla="*/ 1319752 w 2074081"/>
              <a:gd name="connsiteY149" fmla="*/ 760277 h 1219776"/>
              <a:gd name="connsiteX150" fmla="*/ 1282045 w 2074081"/>
              <a:gd name="connsiteY150" fmla="*/ 779131 h 1219776"/>
              <a:gd name="connsiteX151" fmla="*/ 1253765 w 2074081"/>
              <a:gd name="connsiteY151" fmla="*/ 807411 h 1219776"/>
              <a:gd name="connsiteX152" fmla="*/ 1225484 w 2074081"/>
              <a:gd name="connsiteY152" fmla="*/ 826265 h 1219776"/>
              <a:gd name="connsiteX153" fmla="*/ 1178350 w 2074081"/>
              <a:gd name="connsiteY153" fmla="*/ 882826 h 1219776"/>
              <a:gd name="connsiteX154" fmla="*/ 1197204 w 2074081"/>
              <a:gd name="connsiteY154" fmla="*/ 929960 h 1219776"/>
              <a:gd name="connsiteX155" fmla="*/ 1423447 w 2074081"/>
              <a:gd name="connsiteY155" fmla="*/ 911106 h 1219776"/>
              <a:gd name="connsiteX156" fmla="*/ 1451728 w 2074081"/>
              <a:gd name="connsiteY156" fmla="*/ 854545 h 1219776"/>
              <a:gd name="connsiteX157" fmla="*/ 1545996 w 2074081"/>
              <a:gd name="connsiteY157" fmla="*/ 826265 h 1219776"/>
              <a:gd name="connsiteX158" fmla="*/ 1574276 w 2074081"/>
              <a:gd name="connsiteY158" fmla="*/ 807411 h 1219776"/>
              <a:gd name="connsiteX159" fmla="*/ 1593130 w 2074081"/>
              <a:gd name="connsiteY159" fmla="*/ 779131 h 1219776"/>
              <a:gd name="connsiteX160" fmla="*/ 1621410 w 2074081"/>
              <a:gd name="connsiteY160" fmla="*/ 750850 h 1219776"/>
              <a:gd name="connsiteX161" fmla="*/ 1640264 w 2074081"/>
              <a:gd name="connsiteY161" fmla="*/ 694290 h 1219776"/>
              <a:gd name="connsiteX162" fmla="*/ 1649690 w 2074081"/>
              <a:gd name="connsiteY162" fmla="*/ 609448 h 1219776"/>
              <a:gd name="connsiteX163" fmla="*/ 1677971 w 2074081"/>
              <a:gd name="connsiteY163" fmla="*/ 600022 h 1219776"/>
              <a:gd name="connsiteX164" fmla="*/ 1743958 w 2074081"/>
              <a:gd name="connsiteY164" fmla="*/ 637729 h 1219776"/>
              <a:gd name="connsiteX165" fmla="*/ 1762812 w 2074081"/>
              <a:gd name="connsiteY165" fmla="*/ 694290 h 1219776"/>
              <a:gd name="connsiteX166" fmla="*/ 1753385 w 2074081"/>
              <a:gd name="connsiteY166" fmla="*/ 731997 h 1219776"/>
              <a:gd name="connsiteX167" fmla="*/ 1696824 w 2074081"/>
              <a:gd name="connsiteY167" fmla="*/ 779131 h 1219776"/>
              <a:gd name="connsiteX168" fmla="*/ 1677971 w 2074081"/>
              <a:gd name="connsiteY168" fmla="*/ 807411 h 1219776"/>
              <a:gd name="connsiteX169" fmla="*/ 1630837 w 2074081"/>
              <a:gd name="connsiteY169" fmla="*/ 854545 h 1219776"/>
              <a:gd name="connsiteX170" fmla="*/ 1640264 w 2074081"/>
              <a:gd name="connsiteY170" fmla="*/ 986521 h 1219776"/>
              <a:gd name="connsiteX171" fmla="*/ 1706251 w 2074081"/>
              <a:gd name="connsiteY171" fmla="*/ 995947 h 1219776"/>
              <a:gd name="connsiteX172" fmla="*/ 1809946 w 2074081"/>
              <a:gd name="connsiteY172" fmla="*/ 986521 h 1219776"/>
              <a:gd name="connsiteX173" fmla="*/ 1866507 w 2074081"/>
              <a:gd name="connsiteY173" fmla="*/ 948813 h 1219776"/>
              <a:gd name="connsiteX174" fmla="*/ 1932495 w 2074081"/>
              <a:gd name="connsiteY174" fmla="*/ 882826 h 1219776"/>
              <a:gd name="connsiteX175" fmla="*/ 1989055 w 2074081"/>
              <a:gd name="connsiteY175" fmla="*/ 845119 h 1219776"/>
              <a:gd name="connsiteX176" fmla="*/ 2045616 w 2074081"/>
              <a:gd name="connsiteY176" fmla="*/ 760277 h 1219776"/>
              <a:gd name="connsiteX177" fmla="*/ 2073897 w 2074081"/>
              <a:gd name="connsiteY177" fmla="*/ 731997 h 1219776"/>
              <a:gd name="connsiteX178" fmla="*/ 2055043 w 2074081"/>
              <a:gd name="connsiteY178" fmla="*/ 731997 h 1219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</a:cxnLst>
            <a:rect l="l" t="t" r="r" b="b"/>
            <a:pathLst>
              <a:path w="2074081" h="1219776">
                <a:moveTo>
                  <a:pt x="0" y="666009"/>
                </a:moveTo>
                <a:cubicBezTo>
                  <a:pt x="9427" y="650298"/>
                  <a:pt x="26257" y="637085"/>
                  <a:pt x="28280" y="618875"/>
                </a:cubicBezTo>
                <a:cubicBezTo>
                  <a:pt x="36770" y="542463"/>
                  <a:pt x="27277" y="521602"/>
                  <a:pt x="9427" y="468046"/>
                </a:cubicBezTo>
                <a:cubicBezTo>
                  <a:pt x="14027" y="440445"/>
                  <a:pt x="12216" y="403598"/>
                  <a:pt x="37707" y="383205"/>
                </a:cubicBezTo>
                <a:cubicBezTo>
                  <a:pt x="45466" y="376998"/>
                  <a:pt x="56560" y="376920"/>
                  <a:pt x="65987" y="373778"/>
                </a:cubicBezTo>
                <a:cubicBezTo>
                  <a:pt x="91125" y="376920"/>
                  <a:pt x="118017" y="373461"/>
                  <a:pt x="141402" y="383205"/>
                </a:cubicBezTo>
                <a:cubicBezTo>
                  <a:pt x="162503" y="391997"/>
                  <a:pt x="184940" y="429659"/>
                  <a:pt x="197963" y="449193"/>
                </a:cubicBezTo>
                <a:cubicBezTo>
                  <a:pt x="227853" y="538868"/>
                  <a:pt x="216816" y="497183"/>
                  <a:pt x="216816" y="684863"/>
                </a:cubicBezTo>
                <a:cubicBezTo>
                  <a:pt x="216816" y="800113"/>
                  <a:pt x="222296" y="844791"/>
                  <a:pt x="197963" y="929960"/>
                </a:cubicBezTo>
                <a:cubicBezTo>
                  <a:pt x="195233" y="939514"/>
                  <a:pt x="191678" y="948813"/>
                  <a:pt x="188536" y="958240"/>
                </a:cubicBezTo>
                <a:cubicBezTo>
                  <a:pt x="185394" y="986520"/>
                  <a:pt x="183787" y="1015014"/>
                  <a:pt x="179109" y="1043081"/>
                </a:cubicBezTo>
                <a:cubicBezTo>
                  <a:pt x="177475" y="1052883"/>
                  <a:pt x="171631" y="1061618"/>
                  <a:pt x="169682" y="1071362"/>
                </a:cubicBezTo>
                <a:cubicBezTo>
                  <a:pt x="165324" y="1093149"/>
                  <a:pt x="163397" y="1115353"/>
                  <a:pt x="160255" y="1137349"/>
                </a:cubicBezTo>
                <a:cubicBezTo>
                  <a:pt x="163397" y="1162487"/>
                  <a:pt x="147376" y="1200753"/>
                  <a:pt x="169682" y="1212764"/>
                </a:cubicBezTo>
                <a:cubicBezTo>
                  <a:pt x="204962" y="1231761"/>
                  <a:pt x="269950" y="1207622"/>
                  <a:pt x="311084" y="1193910"/>
                </a:cubicBezTo>
                <a:cubicBezTo>
                  <a:pt x="365110" y="1112874"/>
                  <a:pt x="300341" y="1215398"/>
                  <a:pt x="339365" y="1137349"/>
                </a:cubicBezTo>
                <a:cubicBezTo>
                  <a:pt x="375914" y="1064250"/>
                  <a:pt x="343949" y="1151875"/>
                  <a:pt x="367645" y="1080789"/>
                </a:cubicBezTo>
                <a:cubicBezTo>
                  <a:pt x="370787" y="1055651"/>
                  <a:pt x="374112" y="1030534"/>
                  <a:pt x="377072" y="1005374"/>
                </a:cubicBezTo>
                <a:cubicBezTo>
                  <a:pt x="388553" y="907787"/>
                  <a:pt x="377167" y="948529"/>
                  <a:pt x="395926" y="892253"/>
                </a:cubicBezTo>
                <a:cubicBezTo>
                  <a:pt x="405353" y="895395"/>
                  <a:pt x="416447" y="895472"/>
                  <a:pt x="424206" y="901679"/>
                </a:cubicBezTo>
                <a:cubicBezTo>
                  <a:pt x="445468" y="918688"/>
                  <a:pt x="445777" y="944184"/>
                  <a:pt x="452486" y="967667"/>
                </a:cubicBezTo>
                <a:cubicBezTo>
                  <a:pt x="455216" y="977221"/>
                  <a:pt x="459503" y="986307"/>
                  <a:pt x="461913" y="995947"/>
                </a:cubicBezTo>
                <a:cubicBezTo>
                  <a:pt x="465799" y="1011491"/>
                  <a:pt x="462452" y="1029749"/>
                  <a:pt x="471340" y="1043081"/>
                </a:cubicBezTo>
                <a:cubicBezTo>
                  <a:pt x="476852" y="1051349"/>
                  <a:pt x="489799" y="1050997"/>
                  <a:pt x="499620" y="1052508"/>
                </a:cubicBezTo>
                <a:cubicBezTo>
                  <a:pt x="530832" y="1057310"/>
                  <a:pt x="562465" y="1058793"/>
                  <a:pt x="593888" y="1061935"/>
                </a:cubicBezTo>
                <a:cubicBezTo>
                  <a:pt x="625311" y="1058793"/>
                  <a:pt x="656944" y="1057310"/>
                  <a:pt x="688156" y="1052508"/>
                </a:cubicBezTo>
                <a:cubicBezTo>
                  <a:pt x="697977" y="1050997"/>
                  <a:pt x="709410" y="1050107"/>
                  <a:pt x="716437" y="1043081"/>
                </a:cubicBezTo>
                <a:cubicBezTo>
                  <a:pt x="732459" y="1027059"/>
                  <a:pt x="754144" y="986521"/>
                  <a:pt x="754144" y="986521"/>
                </a:cubicBezTo>
                <a:cubicBezTo>
                  <a:pt x="765895" y="939518"/>
                  <a:pt x="775055" y="921477"/>
                  <a:pt x="754144" y="863972"/>
                </a:cubicBezTo>
                <a:cubicBezTo>
                  <a:pt x="748570" y="848644"/>
                  <a:pt x="709445" y="840776"/>
                  <a:pt x="697583" y="835692"/>
                </a:cubicBezTo>
                <a:cubicBezTo>
                  <a:pt x="684667" y="830156"/>
                  <a:pt x="672792" y="822374"/>
                  <a:pt x="659876" y="816838"/>
                </a:cubicBezTo>
                <a:cubicBezTo>
                  <a:pt x="650743" y="812924"/>
                  <a:pt x="640484" y="811855"/>
                  <a:pt x="631596" y="807411"/>
                </a:cubicBezTo>
                <a:cubicBezTo>
                  <a:pt x="621462" y="802344"/>
                  <a:pt x="614167" y="791814"/>
                  <a:pt x="603315" y="788558"/>
                </a:cubicBezTo>
                <a:cubicBezTo>
                  <a:pt x="582033" y="782174"/>
                  <a:pt x="559245" y="782784"/>
                  <a:pt x="537328" y="779131"/>
                </a:cubicBezTo>
                <a:cubicBezTo>
                  <a:pt x="521524" y="776497"/>
                  <a:pt x="505905" y="772846"/>
                  <a:pt x="490194" y="769704"/>
                </a:cubicBezTo>
                <a:cubicBezTo>
                  <a:pt x="480767" y="763419"/>
                  <a:pt x="469924" y="758861"/>
                  <a:pt x="461913" y="750850"/>
                </a:cubicBezTo>
                <a:cubicBezTo>
                  <a:pt x="440214" y="729151"/>
                  <a:pt x="440844" y="713708"/>
                  <a:pt x="433633" y="684863"/>
                </a:cubicBezTo>
                <a:cubicBezTo>
                  <a:pt x="430491" y="659725"/>
                  <a:pt x="428738" y="634373"/>
                  <a:pt x="424206" y="609448"/>
                </a:cubicBezTo>
                <a:cubicBezTo>
                  <a:pt x="422428" y="599672"/>
                  <a:pt x="417189" y="590808"/>
                  <a:pt x="414779" y="581168"/>
                </a:cubicBezTo>
                <a:cubicBezTo>
                  <a:pt x="408189" y="554809"/>
                  <a:pt x="400130" y="502697"/>
                  <a:pt x="395926" y="477473"/>
                </a:cubicBezTo>
                <a:cubicBezTo>
                  <a:pt x="399068" y="427197"/>
                  <a:pt x="393814" y="375679"/>
                  <a:pt x="405352" y="326644"/>
                </a:cubicBezTo>
                <a:cubicBezTo>
                  <a:pt x="407628" y="316971"/>
                  <a:pt x="424078" y="314487"/>
                  <a:pt x="433633" y="317217"/>
                </a:cubicBezTo>
                <a:cubicBezTo>
                  <a:pt x="448740" y="321533"/>
                  <a:pt x="458555" y="336366"/>
                  <a:pt x="471340" y="345498"/>
                </a:cubicBezTo>
                <a:cubicBezTo>
                  <a:pt x="515874" y="377309"/>
                  <a:pt x="488411" y="349407"/>
                  <a:pt x="527901" y="402059"/>
                </a:cubicBezTo>
                <a:cubicBezTo>
                  <a:pt x="531043" y="490042"/>
                  <a:pt x="525299" y="578795"/>
                  <a:pt x="537328" y="666009"/>
                </a:cubicBezTo>
                <a:cubicBezTo>
                  <a:pt x="538686" y="675852"/>
                  <a:pt x="555712" y="676336"/>
                  <a:pt x="565608" y="675436"/>
                </a:cubicBezTo>
                <a:cubicBezTo>
                  <a:pt x="591413" y="673090"/>
                  <a:pt x="615884" y="662867"/>
                  <a:pt x="641022" y="656582"/>
                </a:cubicBezTo>
                <a:cubicBezTo>
                  <a:pt x="650449" y="650298"/>
                  <a:pt x="661842" y="646255"/>
                  <a:pt x="669303" y="637729"/>
                </a:cubicBezTo>
                <a:cubicBezTo>
                  <a:pt x="704209" y="597836"/>
                  <a:pt x="703489" y="591729"/>
                  <a:pt x="716437" y="552888"/>
                </a:cubicBezTo>
                <a:cubicBezTo>
                  <a:pt x="713295" y="534034"/>
                  <a:pt x="711156" y="514986"/>
                  <a:pt x="707010" y="496327"/>
                </a:cubicBezTo>
                <a:cubicBezTo>
                  <a:pt x="704854" y="486627"/>
                  <a:pt x="700313" y="477601"/>
                  <a:pt x="697583" y="468046"/>
                </a:cubicBezTo>
                <a:cubicBezTo>
                  <a:pt x="694024" y="455589"/>
                  <a:pt x="691715" y="442796"/>
                  <a:pt x="688156" y="430339"/>
                </a:cubicBezTo>
                <a:cubicBezTo>
                  <a:pt x="661109" y="335673"/>
                  <a:pt x="698774" y="482232"/>
                  <a:pt x="669303" y="364352"/>
                </a:cubicBezTo>
                <a:cubicBezTo>
                  <a:pt x="672445" y="323502"/>
                  <a:pt x="667475" y="281197"/>
                  <a:pt x="678730" y="241803"/>
                </a:cubicBezTo>
                <a:cubicBezTo>
                  <a:pt x="681460" y="232249"/>
                  <a:pt x="697073" y="232376"/>
                  <a:pt x="707010" y="232376"/>
                </a:cubicBezTo>
                <a:cubicBezTo>
                  <a:pt x="732344" y="232376"/>
                  <a:pt x="757286" y="238661"/>
                  <a:pt x="782424" y="241803"/>
                </a:cubicBezTo>
                <a:cubicBezTo>
                  <a:pt x="791851" y="254372"/>
                  <a:pt x="799595" y="268400"/>
                  <a:pt x="810705" y="279510"/>
                </a:cubicBezTo>
                <a:cubicBezTo>
                  <a:pt x="818716" y="287521"/>
                  <a:pt x="831612" y="289762"/>
                  <a:pt x="838985" y="298364"/>
                </a:cubicBezTo>
                <a:cubicBezTo>
                  <a:pt x="850909" y="312276"/>
                  <a:pt x="856272" y="330840"/>
                  <a:pt x="867266" y="345498"/>
                </a:cubicBezTo>
                <a:cubicBezTo>
                  <a:pt x="875265" y="356163"/>
                  <a:pt x="886119" y="364351"/>
                  <a:pt x="895546" y="373778"/>
                </a:cubicBezTo>
                <a:cubicBezTo>
                  <a:pt x="918862" y="467041"/>
                  <a:pt x="916469" y="442063"/>
                  <a:pt x="895546" y="609448"/>
                </a:cubicBezTo>
                <a:cubicBezTo>
                  <a:pt x="894141" y="620690"/>
                  <a:pt x="882977" y="628302"/>
                  <a:pt x="876693" y="637729"/>
                </a:cubicBezTo>
                <a:cubicBezTo>
                  <a:pt x="873551" y="656583"/>
                  <a:pt x="871902" y="675747"/>
                  <a:pt x="867266" y="694290"/>
                </a:cubicBezTo>
                <a:cubicBezTo>
                  <a:pt x="862446" y="713570"/>
                  <a:pt x="854697" y="731997"/>
                  <a:pt x="848412" y="750850"/>
                </a:cubicBezTo>
                <a:lnTo>
                  <a:pt x="838985" y="779131"/>
                </a:lnTo>
                <a:lnTo>
                  <a:pt x="820132" y="835692"/>
                </a:lnTo>
                <a:lnTo>
                  <a:pt x="810705" y="863972"/>
                </a:lnTo>
                <a:cubicBezTo>
                  <a:pt x="817080" y="1023334"/>
                  <a:pt x="757972" y="1070856"/>
                  <a:pt x="857839" y="1127923"/>
                </a:cubicBezTo>
                <a:cubicBezTo>
                  <a:pt x="866466" y="1132853"/>
                  <a:pt x="876692" y="1134207"/>
                  <a:pt x="886119" y="1137349"/>
                </a:cubicBezTo>
                <a:cubicBezTo>
                  <a:pt x="917542" y="1134207"/>
                  <a:pt x="950204" y="1137210"/>
                  <a:pt x="980387" y="1127923"/>
                </a:cubicBezTo>
                <a:cubicBezTo>
                  <a:pt x="993129" y="1124002"/>
                  <a:pt x="997819" y="1107391"/>
                  <a:pt x="1008668" y="1099642"/>
                </a:cubicBezTo>
                <a:cubicBezTo>
                  <a:pt x="1020103" y="1091474"/>
                  <a:pt x="1033806" y="1087073"/>
                  <a:pt x="1046375" y="1080789"/>
                </a:cubicBezTo>
                <a:cubicBezTo>
                  <a:pt x="1087224" y="1083931"/>
                  <a:pt x="1128655" y="1082665"/>
                  <a:pt x="1168923" y="1090215"/>
                </a:cubicBezTo>
                <a:cubicBezTo>
                  <a:pt x="1180059" y="1092303"/>
                  <a:pt x="1186851" y="1104467"/>
                  <a:pt x="1197204" y="1109069"/>
                </a:cubicBezTo>
                <a:cubicBezTo>
                  <a:pt x="1215365" y="1117140"/>
                  <a:pt x="1234911" y="1121638"/>
                  <a:pt x="1253765" y="1127923"/>
                </a:cubicBezTo>
                <a:cubicBezTo>
                  <a:pt x="1266056" y="1132020"/>
                  <a:pt x="1279063" y="1133626"/>
                  <a:pt x="1291472" y="1137349"/>
                </a:cubicBezTo>
                <a:cubicBezTo>
                  <a:pt x="1322904" y="1146778"/>
                  <a:pt x="1353148" y="1160198"/>
                  <a:pt x="1385740" y="1165630"/>
                </a:cubicBezTo>
                <a:cubicBezTo>
                  <a:pt x="1410729" y="1169795"/>
                  <a:pt x="1436016" y="1171915"/>
                  <a:pt x="1461154" y="1175057"/>
                </a:cubicBezTo>
                <a:cubicBezTo>
                  <a:pt x="1470581" y="1178199"/>
                  <a:pt x="1480209" y="1188174"/>
                  <a:pt x="1489435" y="1184483"/>
                </a:cubicBezTo>
                <a:cubicBezTo>
                  <a:pt x="1530019" y="1168249"/>
                  <a:pt x="1494207" y="1090333"/>
                  <a:pt x="1489435" y="1080789"/>
                </a:cubicBezTo>
                <a:cubicBezTo>
                  <a:pt x="1479868" y="1061654"/>
                  <a:pt x="1438419" y="1056786"/>
                  <a:pt x="1423447" y="1052508"/>
                </a:cubicBezTo>
                <a:cubicBezTo>
                  <a:pt x="1387008" y="1042096"/>
                  <a:pt x="1393557" y="1038447"/>
                  <a:pt x="1348033" y="1033655"/>
                </a:cubicBezTo>
                <a:cubicBezTo>
                  <a:pt x="1304171" y="1029038"/>
                  <a:pt x="1260049" y="1027370"/>
                  <a:pt x="1216057" y="1024228"/>
                </a:cubicBezTo>
                <a:cubicBezTo>
                  <a:pt x="1203488" y="1014801"/>
                  <a:pt x="1192938" y="1001782"/>
                  <a:pt x="1178350" y="995947"/>
                </a:cubicBezTo>
                <a:cubicBezTo>
                  <a:pt x="1160603" y="988848"/>
                  <a:pt x="1140532" y="990269"/>
                  <a:pt x="1121789" y="986521"/>
                </a:cubicBezTo>
                <a:cubicBezTo>
                  <a:pt x="1072679" y="976699"/>
                  <a:pt x="1097725" y="979645"/>
                  <a:pt x="1055802" y="967667"/>
                </a:cubicBezTo>
                <a:cubicBezTo>
                  <a:pt x="1043345" y="964108"/>
                  <a:pt x="1030664" y="961382"/>
                  <a:pt x="1018095" y="958240"/>
                </a:cubicBezTo>
                <a:cubicBezTo>
                  <a:pt x="1010114" y="950259"/>
                  <a:pt x="973149" y="916994"/>
                  <a:pt x="970961" y="901679"/>
                </a:cubicBezTo>
                <a:cubicBezTo>
                  <a:pt x="966558" y="870860"/>
                  <a:pt x="988783" y="852737"/>
                  <a:pt x="1008668" y="835692"/>
                </a:cubicBezTo>
                <a:cubicBezTo>
                  <a:pt x="1020597" y="825467"/>
                  <a:pt x="1033590" y="816543"/>
                  <a:pt x="1046375" y="807411"/>
                </a:cubicBezTo>
                <a:cubicBezTo>
                  <a:pt x="1055594" y="800826"/>
                  <a:pt x="1065952" y="795811"/>
                  <a:pt x="1074655" y="788558"/>
                </a:cubicBezTo>
                <a:cubicBezTo>
                  <a:pt x="1084897" y="780023"/>
                  <a:pt x="1092814" y="768953"/>
                  <a:pt x="1102936" y="760277"/>
                </a:cubicBezTo>
                <a:cubicBezTo>
                  <a:pt x="1108910" y="755156"/>
                  <a:pt x="1156990" y="719110"/>
                  <a:pt x="1168923" y="713143"/>
                </a:cubicBezTo>
                <a:cubicBezTo>
                  <a:pt x="1177811" y="708699"/>
                  <a:pt x="1187777" y="706858"/>
                  <a:pt x="1197204" y="703716"/>
                </a:cubicBezTo>
                <a:lnTo>
                  <a:pt x="1253765" y="618875"/>
                </a:lnTo>
                <a:cubicBezTo>
                  <a:pt x="1260049" y="609448"/>
                  <a:pt x="1265820" y="599658"/>
                  <a:pt x="1272618" y="590595"/>
                </a:cubicBezTo>
                <a:lnTo>
                  <a:pt x="1300899" y="552888"/>
                </a:lnTo>
                <a:cubicBezTo>
                  <a:pt x="1304041" y="543461"/>
                  <a:pt x="1311088" y="534515"/>
                  <a:pt x="1310326" y="524607"/>
                </a:cubicBezTo>
                <a:cubicBezTo>
                  <a:pt x="1307868" y="492656"/>
                  <a:pt x="1300896" y="460967"/>
                  <a:pt x="1291472" y="430339"/>
                </a:cubicBezTo>
                <a:cubicBezTo>
                  <a:pt x="1288140" y="419510"/>
                  <a:pt x="1281144" y="409519"/>
                  <a:pt x="1272618" y="402059"/>
                </a:cubicBezTo>
                <a:cubicBezTo>
                  <a:pt x="1255565" y="387138"/>
                  <a:pt x="1238040" y="369848"/>
                  <a:pt x="1216057" y="364352"/>
                </a:cubicBezTo>
                <a:cubicBezTo>
                  <a:pt x="1203975" y="361331"/>
                  <a:pt x="1163594" y="352260"/>
                  <a:pt x="1150070" y="345498"/>
                </a:cubicBezTo>
                <a:cubicBezTo>
                  <a:pt x="1123821" y="332373"/>
                  <a:pt x="1114358" y="319213"/>
                  <a:pt x="1093509" y="298364"/>
                </a:cubicBezTo>
                <a:cubicBezTo>
                  <a:pt x="1090367" y="348640"/>
                  <a:pt x="1091938" y="399435"/>
                  <a:pt x="1084082" y="449193"/>
                </a:cubicBezTo>
                <a:cubicBezTo>
                  <a:pt x="1082315" y="460384"/>
                  <a:pt x="1067451" y="466364"/>
                  <a:pt x="1065229" y="477473"/>
                </a:cubicBezTo>
                <a:cubicBezTo>
                  <a:pt x="1057808" y="514576"/>
                  <a:pt x="1058944" y="552888"/>
                  <a:pt x="1055802" y="590595"/>
                </a:cubicBezTo>
                <a:cubicBezTo>
                  <a:pt x="1046375" y="587453"/>
                  <a:pt x="1034547" y="588194"/>
                  <a:pt x="1027521" y="581168"/>
                </a:cubicBezTo>
                <a:cubicBezTo>
                  <a:pt x="1020495" y="574142"/>
                  <a:pt x="1018095" y="562825"/>
                  <a:pt x="1018095" y="552888"/>
                </a:cubicBezTo>
                <a:cubicBezTo>
                  <a:pt x="1018095" y="509555"/>
                  <a:pt x="1025338" y="493448"/>
                  <a:pt x="1036948" y="458620"/>
                </a:cubicBezTo>
                <a:cubicBezTo>
                  <a:pt x="1033806" y="446051"/>
                  <a:pt x="1032625" y="432821"/>
                  <a:pt x="1027521" y="420912"/>
                </a:cubicBezTo>
                <a:cubicBezTo>
                  <a:pt x="1023058" y="410499"/>
                  <a:pt x="1009375" y="403939"/>
                  <a:pt x="1008668" y="392632"/>
                </a:cubicBezTo>
                <a:cubicBezTo>
                  <a:pt x="1006840" y="363376"/>
                  <a:pt x="998722" y="275251"/>
                  <a:pt x="1036948" y="241803"/>
                </a:cubicBezTo>
                <a:cubicBezTo>
                  <a:pt x="1054001" y="226882"/>
                  <a:pt x="1074655" y="216665"/>
                  <a:pt x="1093509" y="204096"/>
                </a:cubicBezTo>
                <a:cubicBezTo>
                  <a:pt x="1102936" y="197811"/>
                  <a:pt x="1111041" y="188825"/>
                  <a:pt x="1121789" y="185242"/>
                </a:cubicBezTo>
                <a:lnTo>
                  <a:pt x="1178350" y="166389"/>
                </a:lnTo>
                <a:cubicBezTo>
                  <a:pt x="1197204" y="172673"/>
                  <a:pt x="1216750" y="177171"/>
                  <a:pt x="1234911" y="185242"/>
                </a:cubicBezTo>
                <a:cubicBezTo>
                  <a:pt x="1268690" y="200255"/>
                  <a:pt x="1269757" y="217582"/>
                  <a:pt x="1300899" y="241803"/>
                </a:cubicBezTo>
                <a:cubicBezTo>
                  <a:pt x="1315362" y="253052"/>
                  <a:pt x="1332322" y="260656"/>
                  <a:pt x="1348033" y="270083"/>
                </a:cubicBezTo>
                <a:cubicBezTo>
                  <a:pt x="1354317" y="279510"/>
                  <a:pt x="1356367" y="294156"/>
                  <a:pt x="1366886" y="298364"/>
                </a:cubicBezTo>
                <a:cubicBezTo>
                  <a:pt x="1376112" y="302055"/>
                  <a:pt x="1388959" y="296696"/>
                  <a:pt x="1395167" y="288937"/>
                </a:cubicBezTo>
                <a:cubicBezTo>
                  <a:pt x="1403261" y="278820"/>
                  <a:pt x="1400045" y="263361"/>
                  <a:pt x="1404594" y="251230"/>
                </a:cubicBezTo>
                <a:cubicBezTo>
                  <a:pt x="1441564" y="152642"/>
                  <a:pt x="1408677" y="272603"/>
                  <a:pt x="1432874" y="175815"/>
                </a:cubicBezTo>
                <a:cubicBezTo>
                  <a:pt x="1432442" y="171493"/>
                  <a:pt x="1410292" y="20503"/>
                  <a:pt x="1432874" y="6133"/>
                </a:cubicBezTo>
                <a:cubicBezTo>
                  <a:pt x="1459516" y="-10821"/>
                  <a:pt x="1495719" y="12418"/>
                  <a:pt x="1527142" y="15560"/>
                </a:cubicBezTo>
                <a:cubicBezTo>
                  <a:pt x="1533427" y="24987"/>
                  <a:pt x="1536569" y="37556"/>
                  <a:pt x="1545996" y="43840"/>
                </a:cubicBezTo>
                <a:cubicBezTo>
                  <a:pt x="1556776" y="51027"/>
                  <a:pt x="1571246" y="49708"/>
                  <a:pt x="1583703" y="53267"/>
                </a:cubicBezTo>
                <a:cubicBezTo>
                  <a:pt x="1593257" y="55997"/>
                  <a:pt x="1602556" y="59552"/>
                  <a:pt x="1611983" y="62694"/>
                </a:cubicBezTo>
                <a:cubicBezTo>
                  <a:pt x="1618268" y="72121"/>
                  <a:pt x="1622826" y="82963"/>
                  <a:pt x="1630837" y="90974"/>
                </a:cubicBezTo>
                <a:cubicBezTo>
                  <a:pt x="1638848" y="98985"/>
                  <a:pt x="1653112" y="100221"/>
                  <a:pt x="1659117" y="109828"/>
                </a:cubicBezTo>
                <a:cubicBezTo>
                  <a:pt x="1669650" y="126681"/>
                  <a:pt x="1671686" y="147535"/>
                  <a:pt x="1677971" y="166389"/>
                </a:cubicBezTo>
                <a:lnTo>
                  <a:pt x="1687398" y="194669"/>
                </a:lnTo>
                <a:cubicBezTo>
                  <a:pt x="1684256" y="229234"/>
                  <a:pt x="1687764" y="265067"/>
                  <a:pt x="1677971" y="298364"/>
                </a:cubicBezTo>
                <a:cubicBezTo>
                  <a:pt x="1658749" y="363718"/>
                  <a:pt x="1651237" y="347529"/>
                  <a:pt x="1611983" y="364352"/>
                </a:cubicBezTo>
                <a:cubicBezTo>
                  <a:pt x="1599067" y="369887"/>
                  <a:pt x="1587192" y="377669"/>
                  <a:pt x="1574276" y="383205"/>
                </a:cubicBezTo>
                <a:cubicBezTo>
                  <a:pt x="1565143" y="387119"/>
                  <a:pt x="1555129" y="388718"/>
                  <a:pt x="1545996" y="392632"/>
                </a:cubicBezTo>
                <a:cubicBezTo>
                  <a:pt x="1512507" y="406985"/>
                  <a:pt x="1508410" y="411405"/>
                  <a:pt x="1480008" y="430339"/>
                </a:cubicBezTo>
                <a:cubicBezTo>
                  <a:pt x="1467439" y="449193"/>
                  <a:pt x="1449467" y="465404"/>
                  <a:pt x="1442301" y="486900"/>
                </a:cubicBezTo>
                <a:cubicBezTo>
                  <a:pt x="1439159" y="496327"/>
                  <a:pt x="1437700" y="506494"/>
                  <a:pt x="1432874" y="515180"/>
                </a:cubicBezTo>
                <a:cubicBezTo>
                  <a:pt x="1421870" y="534988"/>
                  <a:pt x="1402332" y="550245"/>
                  <a:pt x="1395167" y="571741"/>
                </a:cubicBezTo>
                <a:cubicBezTo>
                  <a:pt x="1392025" y="581168"/>
                  <a:pt x="1392101" y="592388"/>
                  <a:pt x="1385740" y="600022"/>
                </a:cubicBezTo>
                <a:cubicBezTo>
                  <a:pt x="1375682" y="612092"/>
                  <a:pt x="1360602" y="618875"/>
                  <a:pt x="1348033" y="628302"/>
                </a:cubicBezTo>
                <a:lnTo>
                  <a:pt x="1329179" y="684863"/>
                </a:lnTo>
                <a:cubicBezTo>
                  <a:pt x="1326037" y="694290"/>
                  <a:pt x="1334162" y="704255"/>
                  <a:pt x="1338606" y="713143"/>
                </a:cubicBezTo>
                <a:cubicBezTo>
                  <a:pt x="1343673" y="723277"/>
                  <a:pt x="1349449" y="733413"/>
                  <a:pt x="1357460" y="741424"/>
                </a:cubicBezTo>
                <a:cubicBezTo>
                  <a:pt x="1375733" y="759697"/>
                  <a:pt x="1391020" y="762037"/>
                  <a:pt x="1414020" y="769704"/>
                </a:cubicBezTo>
                <a:cubicBezTo>
                  <a:pt x="1439158" y="766562"/>
                  <a:pt x="1464994" y="766943"/>
                  <a:pt x="1489435" y="760277"/>
                </a:cubicBezTo>
                <a:cubicBezTo>
                  <a:pt x="1500365" y="757296"/>
                  <a:pt x="1517715" y="752753"/>
                  <a:pt x="1517715" y="741424"/>
                </a:cubicBezTo>
                <a:cubicBezTo>
                  <a:pt x="1517715" y="730094"/>
                  <a:pt x="1498862" y="728855"/>
                  <a:pt x="1489435" y="722570"/>
                </a:cubicBezTo>
                <a:cubicBezTo>
                  <a:pt x="1445443" y="725712"/>
                  <a:pt x="1400514" y="722430"/>
                  <a:pt x="1357460" y="731997"/>
                </a:cubicBezTo>
                <a:cubicBezTo>
                  <a:pt x="1342123" y="735405"/>
                  <a:pt x="1333075" y="751950"/>
                  <a:pt x="1319752" y="760277"/>
                </a:cubicBezTo>
                <a:cubicBezTo>
                  <a:pt x="1307835" y="767725"/>
                  <a:pt x="1293480" y="770963"/>
                  <a:pt x="1282045" y="779131"/>
                </a:cubicBezTo>
                <a:cubicBezTo>
                  <a:pt x="1271197" y="786880"/>
                  <a:pt x="1264006" y="798877"/>
                  <a:pt x="1253765" y="807411"/>
                </a:cubicBezTo>
                <a:cubicBezTo>
                  <a:pt x="1245061" y="814664"/>
                  <a:pt x="1234188" y="819012"/>
                  <a:pt x="1225484" y="826265"/>
                </a:cubicBezTo>
                <a:cubicBezTo>
                  <a:pt x="1198266" y="848947"/>
                  <a:pt x="1196888" y="855019"/>
                  <a:pt x="1178350" y="882826"/>
                </a:cubicBezTo>
                <a:cubicBezTo>
                  <a:pt x="1184635" y="898537"/>
                  <a:pt x="1180533" y="927061"/>
                  <a:pt x="1197204" y="929960"/>
                </a:cubicBezTo>
                <a:cubicBezTo>
                  <a:pt x="1314302" y="950325"/>
                  <a:pt x="1346151" y="936872"/>
                  <a:pt x="1423447" y="911106"/>
                </a:cubicBezTo>
                <a:cubicBezTo>
                  <a:pt x="1428584" y="895697"/>
                  <a:pt x="1436339" y="864163"/>
                  <a:pt x="1451728" y="854545"/>
                </a:cubicBezTo>
                <a:cubicBezTo>
                  <a:pt x="1467027" y="844983"/>
                  <a:pt x="1523921" y="831784"/>
                  <a:pt x="1545996" y="826265"/>
                </a:cubicBezTo>
                <a:cubicBezTo>
                  <a:pt x="1555423" y="819980"/>
                  <a:pt x="1566265" y="815422"/>
                  <a:pt x="1574276" y="807411"/>
                </a:cubicBezTo>
                <a:cubicBezTo>
                  <a:pt x="1582287" y="799400"/>
                  <a:pt x="1585877" y="787835"/>
                  <a:pt x="1593130" y="779131"/>
                </a:cubicBezTo>
                <a:cubicBezTo>
                  <a:pt x="1601665" y="768889"/>
                  <a:pt x="1611983" y="760277"/>
                  <a:pt x="1621410" y="750850"/>
                </a:cubicBezTo>
                <a:cubicBezTo>
                  <a:pt x="1627695" y="731997"/>
                  <a:pt x="1638070" y="714042"/>
                  <a:pt x="1640264" y="694290"/>
                </a:cubicBezTo>
                <a:cubicBezTo>
                  <a:pt x="1643406" y="666009"/>
                  <a:pt x="1639122" y="635868"/>
                  <a:pt x="1649690" y="609448"/>
                </a:cubicBezTo>
                <a:cubicBezTo>
                  <a:pt x="1653380" y="600222"/>
                  <a:pt x="1668544" y="603164"/>
                  <a:pt x="1677971" y="600022"/>
                </a:cubicBezTo>
                <a:cubicBezTo>
                  <a:pt x="1709833" y="607987"/>
                  <a:pt x="1725841" y="605117"/>
                  <a:pt x="1743958" y="637729"/>
                </a:cubicBezTo>
                <a:cubicBezTo>
                  <a:pt x="1753609" y="655102"/>
                  <a:pt x="1762812" y="694290"/>
                  <a:pt x="1762812" y="694290"/>
                </a:cubicBezTo>
                <a:cubicBezTo>
                  <a:pt x="1759670" y="706859"/>
                  <a:pt x="1759813" y="720748"/>
                  <a:pt x="1753385" y="731997"/>
                </a:cubicBezTo>
                <a:cubicBezTo>
                  <a:pt x="1742218" y="751539"/>
                  <a:pt x="1714845" y="767117"/>
                  <a:pt x="1696824" y="779131"/>
                </a:cubicBezTo>
                <a:cubicBezTo>
                  <a:pt x="1690540" y="788558"/>
                  <a:pt x="1685982" y="799400"/>
                  <a:pt x="1677971" y="807411"/>
                </a:cubicBezTo>
                <a:cubicBezTo>
                  <a:pt x="1615126" y="870256"/>
                  <a:pt x="1681111" y="779133"/>
                  <a:pt x="1630837" y="854545"/>
                </a:cubicBezTo>
                <a:cubicBezTo>
                  <a:pt x="1633979" y="898537"/>
                  <a:pt x="1619509" y="947606"/>
                  <a:pt x="1640264" y="986521"/>
                </a:cubicBezTo>
                <a:cubicBezTo>
                  <a:pt x="1650720" y="1006126"/>
                  <a:pt x="1684032" y="995947"/>
                  <a:pt x="1706251" y="995947"/>
                </a:cubicBezTo>
                <a:cubicBezTo>
                  <a:pt x="1740959" y="995947"/>
                  <a:pt x="1775381" y="989663"/>
                  <a:pt x="1809946" y="986521"/>
                </a:cubicBezTo>
                <a:cubicBezTo>
                  <a:pt x="1828800" y="973952"/>
                  <a:pt x="1853938" y="967667"/>
                  <a:pt x="1866507" y="948813"/>
                </a:cubicBezTo>
                <a:cubicBezTo>
                  <a:pt x="1909726" y="883985"/>
                  <a:pt x="1882718" y="899418"/>
                  <a:pt x="1932495" y="882826"/>
                </a:cubicBezTo>
                <a:lnTo>
                  <a:pt x="1989055" y="845119"/>
                </a:lnTo>
                <a:cubicBezTo>
                  <a:pt x="1989061" y="845115"/>
                  <a:pt x="2036188" y="774420"/>
                  <a:pt x="2045616" y="760277"/>
                </a:cubicBezTo>
                <a:cubicBezTo>
                  <a:pt x="2053011" y="749184"/>
                  <a:pt x="2069681" y="744644"/>
                  <a:pt x="2073897" y="731997"/>
                </a:cubicBezTo>
                <a:cubicBezTo>
                  <a:pt x="2075884" y="726035"/>
                  <a:pt x="2061328" y="731997"/>
                  <a:pt x="2055043" y="731997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8699" y="443711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8306693" y="5379235"/>
            <a:ext cx="319341" cy="369332"/>
            <a:chOff x="7276995" y="4888014"/>
            <a:chExt cx="319341" cy="369332"/>
          </a:xfrm>
        </p:grpSpPr>
        <p:sp>
          <p:nvSpPr>
            <p:cNvPr id="17" name="Oval 16"/>
            <p:cNvSpPr/>
            <p:nvPr/>
          </p:nvSpPr>
          <p:spPr>
            <a:xfrm>
              <a:off x="7308304" y="4922314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76995" y="488801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u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306693" y="5729848"/>
            <a:ext cx="319341" cy="369332"/>
            <a:chOff x="7276995" y="4888014"/>
            <a:chExt cx="319341" cy="369332"/>
          </a:xfrm>
        </p:grpSpPr>
        <p:sp>
          <p:nvSpPr>
            <p:cNvPr id="20" name="Oval 19"/>
            <p:cNvSpPr/>
            <p:nvPr/>
          </p:nvSpPr>
          <p:spPr>
            <a:xfrm>
              <a:off x="7308304" y="4922314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76995" y="488801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u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306693" y="5009768"/>
            <a:ext cx="319341" cy="369332"/>
            <a:chOff x="7276995" y="4888014"/>
            <a:chExt cx="319341" cy="369332"/>
          </a:xfrm>
        </p:grpSpPr>
        <p:sp>
          <p:nvSpPr>
            <p:cNvPr id="23" name="Oval 22"/>
            <p:cNvSpPr/>
            <p:nvPr/>
          </p:nvSpPr>
          <p:spPr>
            <a:xfrm>
              <a:off x="7308304" y="4922314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76995" y="488801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u</a:t>
              </a:r>
            </a:p>
          </p:txBody>
        </p:sp>
      </p:grpSp>
      <p:sp>
        <p:nvSpPr>
          <p:cNvPr id="13" name="Oval 12"/>
          <p:cNvSpPr/>
          <p:nvPr/>
        </p:nvSpPr>
        <p:spPr>
          <a:xfrm>
            <a:off x="8752142" y="5530974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9" y="3025024"/>
            <a:ext cx="7276706" cy="150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8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1" grpId="1" animBg="1"/>
      <p:bldP spid="14" grpId="0" animBg="1"/>
      <p:bldP spid="15" grpId="0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64096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Schöning’s</a:t>
            </a:r>
            <a:r>
              <a:rPr lang="en-US" dirty="0"/>
              <a:t> algorithm for k-CNF-SAT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07288" cy="4525963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Determines whether a given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-CNF formula on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600" dirty="0"/>
                  <a:t> vars is </a:t>
                </a:r>
                <a:r>
                  <a:rPr lang="en-US" sz="2600" dirty="0" err="1"/>
                  <a:t>satisfiable</a:t>
                </a:r>
                <a:r>
                  <a:rPr lang="en-US" sz="2600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/>
                          </a:rPr>
                          <m:t>𝑂</m:t>
                        </m:r>
                      </m:e>
                      <m:sup>
                        <m:r>
                          <a:rPr lang="en-US" sz="2600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6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sz="26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lang="en-US" sz="26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  <m:r>
                                      <a:rPr lang="en-US" sz="2600" b="0" i="1" smtClean="0">
                                        <a:latin typeface="Cambria Math"/>
                                      </a:rPr>
                                      <m:t>+1</m:t>
                                    </m:r>
                                  </m:den>
                                </m:f>
                                <m:r>
                                  <a:rPr lang="en-US" sz="2600" b="0" i="1" smtClean="0">
                                    <a:latin typeface="Cambria Math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en-US" sz="26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600" dirty="0"/>
                  <a:t> time, for constant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600" dirty="0"/>
                  <a:t>.</a:t>
                </a:r>
              </a:p>
              <a:p>
                <a:pPr lvl="1"/>
                <a:r>
                  <a:rPr lang="en-US" sz="2200" dirty="0"/>
                  <a:t>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𝑘</m:t>
                    </m:r>
                    <m:r>
                      <a:rPr lang="en-US" sz="2200" b="0" i="1" smtClean="0">
                        <a:latin typeface="Cambria Math"/>
                      </a:rPr>
                      <m:t>=100</m:t>
                    </m:r>
                  </m:oMath>
                </a14:m>
                <a:r>
                  <a:rPr lang="en-US" sz="2200" dirty="0"/>
                  <a:t>, this is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/>
                          </a:rPr>
                          <m:t>𝑂</m:t>
                        </m:r>
                      </m:e>
                      <m:sup>
                        <m:r>
                          <a:rPr lang="en-US" sz="2200" b="0" i="1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2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/>
                          </a:rPr>
                          <m:t>1.9802</m:t>
                        </m:r>
                      </m:e>
                      <m:sup>
                        <m:r>
                          <a:rPr lang="en-US" sz="22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2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relies on local search subroutine</a:t>
                </a:r>
              </a:p>
              <a:p>
                <a:pPr lvl="1"/>
                <a:r>
                  <a:rPr lang="en-US" sz="2200" dirty="0"/>
                  <a:t>Given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𝑥</m:t>
                    </m:r>
                    <m:r>
                      <a:rPr lang="en-US" sz="2200" b="0" i="1" smtClean="0">
                        <a:latin typeface="Cambria Math"/>
                      </a:rPr>
                      <m:t>,</m:t>
                    </m:r>
                    <m:r>
                      <a:rPr lang="en-US" sz="2200" b="0" i="1" smtClean="0">
                        <a:latin typeface="Cambria Math"/>
                      </a:rPr>
                      <m:t>𝑦</m:t>
                    </m:r>
                    <m:r>
                      <a:rPr lang="en-US" sz="2200" b="0" i="1" smtClean="0">
                        <a:latin typeface="Cambria Math"/>
                      </a:rPr>
                      <m:t>∈</m:t>
                    </m:r>
                    <m:r>
                      <m:rPr>
                        <m:lit/>
                      </m:rPr>
                      <a:rPr lang="en-US" sz="2200" b="0" i="1" smtClean="0">
                        <a:latin typeface="Cambria Math"/>
                      </a:rPr>
                      <m:t>{</m:t>
                    </m:r>
                    <m:r>
                      <a:rPr lang="en-US" sz="2200" b="0" i="1" smtClean="0">
                        <a:latin typeface="Cambria Math"/>
                      </a:rPr>
                      <m:t>0,1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sz="2200" b="0" i="1" smtClean="0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sz="22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200" b="0" i="1" smtClean="0">
                        <a:latin typeface="Cambria Math"/>
                      </a:rPr>
                      <m:t>, </m:t>
                    </m:r>
                    <m:r>
                      <a:rPr lang="en-US" sz="2200" b="0" i="1" smtClean="0">
                        <a:latin typeface="Cambria Math"/>
                      </a:rPr>
                      <m:t>𝐻</m:t>
                    </m:r>
                    <m:r>
                      <a:rPr lang="en-US" sz="2200" b="0" i="1" smtClean="0">
                        <a:latin typeface="Cambria Math"/>
                      </a:rPr>
                      <m:t>(</m:t>
                    </m:r>
                    <m:r>
                      <a:rPr lang="en-US" sz="2200" b="0" i="1" smtClean="0">
                        <a:latin typeface="Cambria Math"/>
                      </a:rPr>
                      <m:t>𝑥</m:t>
                    </m:r>
                    <m:r>
                      <a:rPr lang="en-US" sz="2200" b="0" i="1" smtClean="0">
                        <a:latin typeface="Cambria Math"/>
                      </a:rPr>
                      <m:t>,</m:t>
                    </m:r>
                    <m:r>
                      <a:rPr lang="en-US" sz="2200" b="0" i="1" smtClean="0">
                        <a:latin typeface="Cambria Math"/>
                      </a:rPr>
                      <m:t>𝑦</m:t>
                    </m:r>
                    <m:r>
                      <a:rPr lang="en-US" sz="22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200" dirty="0"/>
                  <a:t> is </a:t>
                </a:r>
                <a:r>
                  <a:rPr lang="en-US" sz="2200" i="1" dirty="0"/>
                  <a:t>Hamming distance</a:t>
                </a:r>
                <a:r>
                  <a:rPr lang="en-US" sz="2200" dirty="0"/>
                  <a:t> (i.e. </a:t>
                </a:r>
                <a:r>
                  <a:rPr lang="en-US" sz="2200" dirty="0" err="1"/>
                  <a:t>nr</a:t>
                </a:r>
                <a:r>
                  <a:rPr lang="en-US" sz="2200" dirty="0"/>
                  <a:t>. Of coordinates where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200" dirty="0"/>
                  <a:t> differ)</a:t>
                </a:r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07288" cy="4525963"/>
              </a:xfrm>
              <a:blipFill rotWithShape="0">
                <a:blip r:embed="rId2"/>
                <a:stretch>
                  <a:fillRect l="-1074" t="-1348" r="-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83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Searching</a:t>
            </a:r>
            <a:r>
              <a:rPr lang="nl-NL" dirty="0"/>
              <a:t> the </a:t>
            </a:r>
            <a:r>
              <a:rPr lang="nl-NL" dirty="0" err="1"/>
              <a:t>Hamming-ball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828800"/>
            <a:ext cx="7520880" cy="4192488"/>
          </a:xfrm>
        </p:spPr>
        <p:txBody>
          <a:bodyPr/>
          <a:lstStyle/>
          <a:p>
            <a:r>
              <a:rPr lang="en-GB" b="1" dirty="0"/>
              <a:t>Lemma</a:t>
            </a:r>
            <a:r>
              <a:rPr lang="en-GB" dirty="0"/>
              <a:t>: </a:t>
            </a:r>
          </a:p>
          <a:p>
            <a:pPr>
              <a:buNone/>
            </a:pPr>
            <a:r>
              <a:rPr lang="en-GB" dirty="0"/>
              <a:t>	Given any truth assignment </a:t>
            </a:r>
            <a:r>
              <a:rPr lang="en-GB" i="1" dirty="0"/>
              <a:t>a</a:t>
            </a:r>
            <a:r>
              <a:rPr lang="en-GB" dirty="0"/>
              <a:t> and a 3-SAT formula </a:t>
            </a:r>
            <a:r>
              <a:rPr lang="en-GB" i="1" dirty="0"/>
              <a:t>F</a:t>
            </a:r>
            <a:r>
              <a:rPr lang="en-GB" dirty="0"/>
              <a:t>, we can decide in O*(</a:t>
            </a:r>
            <a:r>
              <a:rPr lang="en-GB" i="1" dirty="0"/>
              <a:t>3</a:t>
            </a:r>
            <a:r>
              <a:rPr lang="en-GB" i="1" baseline="30000" dirty="0"/>
              <a:t>d</a:t>
            </a:r>
            <a:r>
              <a:rPr lang="en-GB" dirty="0"/>
              <a:t>) time whether there is an truth assign-</a:t>
            </a:r>
            <a:r>
              <a:rPr lang="en-GB" dirty="0" err="1"/>
              <a:t>ment</a:t>
            </a:r>
            <a:r>
              <a:rPr lang="en-GB" dirty="0"/>
              <a:t> that satisfies </a:t>
            </a:r>
            <a:r>
              <a:rPr lang="en-GB" i="1" dirty="0"/>
              <a:t>F</a:t>
            </a:r>
            <a:r>
              <a:rPr lang="en-GB" dirty="0"/>
              <a:t> at Hamming distance at most </a:t>
            </a:r>
            <a:r>
              <a:rPr lang="en-GB" i="1" dirty="0"/>
              <a:t>d</a:t>
            </a:r>
            <a:r>
              <a:rPr lang="en-GB" dirty="0"/>
              <a:t> from </a:t>
            </a:r>
            <a:r>
              <a:rPr lang="en-GB" i="1" dirty="0"/>
              <a:t>a</a:t>
            </a:r>
            <a:endParaRPr lang="en-GB" dirty="0"/>
          </a:p>
          <a:p>
            <a:pPr>
              <a:buNone/>
            </a:pPr>
            <a:endParaRPr lang="en-GB" sz="800" dirty="0"/>
          </a:p>
          <a:p>
            <a:r>
              <a:rPr lang="en-GB" b="1" dirty="0"/>
              <a:t>Proof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If truth assignment </a:t>
            </a:r>
            <a:r>
              <a:rPr lang="en-GB" i="1" dirty="0"/>
              <a:t>a</a:t>
            </a:r>
            <a:r>
              <a:rPr lang="en-GB" dirty="0"/>
              <a:t> is not a satisfying assignment, then there is a clause </a:t>
            </a:r>
            <a:r>
              <a:rPr lang="en-GB" i="1" dirty="0"/>
              <a:t>C</a:t>
            </a:r>
            <a:r>
              <a:rPr lang="en-GB" dirty="0"/>
              <a:t> that is not satisfied by </a:t>
            </a:r>
            <a:r>
              <a:rPr lang="en-GB" i="1" dirty="0"/>
              <a:t>a</a:t>
            </a:r>
            <a:endParaRPr lang="en-GB" dirty="0"/>
          </a:p>
          <a:p>
            <a:pPr lvl="1"/>
            <a:r>
              <a:rPr lang="en-GB" dirty="0"/>
              <a:t>In any satisfying assignment at least one of the literals in </a:t>
            </a:r>
            <a:r>
              <a:rPr lang="en-GB" i="1" dirty="0"/>
              <a:t>C</a:t>
            </a:r>
            <a:r>
              <a:rPr lang="en-GB" dirty="0"/>
              <a:t> must be flipped: we generate a subproblem for each literal in </a:t>
            </a:r>
            <a:r>
              <a:rPr lang="en-GB" i="1" dirty="0"/>
              <a:t>C</a:t>
            </a:r>
            <a:r>
              <a:rPr lang="en-GB" dirty="0"/>
              <a:t> where the value of the corresponding variable is flipped</a:t>
            </a:r>
          </a:p>
          <a:p>
            <a:pPr lvl="1"/>
            <a:r>
              <a:rPr lang="en-GB" dirty="0"/>
              <a:t>If there is a satisfying assignment at Hamming distance at most </a:t>
            </a:r>
            <a:r>
              <a:rPr lang="en-GB" i="1" dirty="0"/>
              <a:t>d</a:t>
            </a:r>
            <a:r>
              <a:rPr lang="en-GB" dirty="0"/>
              <a:t>, then we should find it after branching </a:t>
            </a:r>
            <a:r>
              <a:rPr lang="en-GB" i="1" dirty="0"/>
              <a:t>d</a:t>
            </a:r>
            <a:r>
              <a:rPr lang="en-GB" dirty="0"/>
              <a:t> times in this way</a:t>
            </a:r>
          </a:p>
          <a:p>
            <a:pPr lvl="1"/>
            <a:r>
              <a:rPr lang="en-GB" dirty="0"/>
              <a:t>So, this requires O*(</a:t>
            </a:r>
            <a:r>
              <a:rPr lang="en-GB" i="1" dirty="0"/>
              <a:t>3</a:t>
            </a:r>
            <a:r>
              <a:rPr lang="en-GB" i="1" baseline="30000" dirty="0"/>
              <a:t>d</a:t>
            </a:r>
            <a:r>
              <a:rPr lang="en-GB" dirty="0"/>
              <a:t>) time</a:t>
            </a:r>
          </a:p>
          <a:p>
            <a:r>
              <a:rPr lang="en-GB" dirty="0"/>
              <a:t>For </a:t>
            </a:r>
            <a:r>
              <a:rPr lang="en-GB" i="1" dirty="0"/>
              <a:t>k</a:t>
            </a:r>
            <a:r>
              <a:rPr lang="en-GB" dirty="0"/>
              <a:t>-SAT this can be done in O*(</a:t>
            </a:r>
            <a:r>
              <a:rPr lang="en-GB" i="1" dirty="0" err="1"/>
              <a:t>k</a:t>
            </a:r>
            <a:r>
              <a:rPr lang="en-GB" i="1" baseline="30000" dirty="0" err="1"/>
              <a:t>d</a:t>
            </a:r>
            <a:r>
              <a:rPr lang="en-GB" dirty="0"/>
              <a:t>)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58233-F83B-4977-B0EB-D4E2F6A037BF}"/>
              </a:ext>
            </a:extLst>
          </p:cNvPr>
          <p:cNvSpPr txBox="1"/>
          <p:nvPr/>
        </p:nvSpPr>
        <p:spPr>
          <a:xfrm>
            <a:off x="1619672" y="-64532"/>
            <a:ext cx="63597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>
                <a:solidFill>
                  <a:srgbClr val="C00000"/>
                </a:solidFill>
              </a:rPr>
              <a:t>Flashback to Johan’s lecture</a:t>
            </a:r>
            <a:endParaRPr lang="nl-NL" sz="4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64096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Schöning’s</a:t>
            </a:r>
            <a:r>
              <a:rPr lang="en-US" dirty="0"/>
              <a:t> algorithm for k-CNF-SAT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867237"/>
            <a:ext cx="8892480" cy="198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2771800" y="3140968"/>
            <a:ext cx="3456384" cy="345638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3275856" y="5301208"/>
            <a:ext cx="100811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</a:p>
        </p:txBody>
      </p:sp>
      <p:sp>
        <p:nvSpPr>
          <p:cNvPr id="10" name="Oval 9"/>
          <p:cNvSpPr/>
          <p:nvPr/>
        </p:nvSpPr>
        <p:spPr>
          <a:xfrm>
            <a:off x="5076056" y="4458888"/>
            <a:ext cx="100811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</a:p>
        </p:txBody>
      </p:sp>
      <p:sp>
        <p:nvSpPr>
          <p:cNvPr id="11" name="Oval 10"/>
          <p:cNvSpPr/>
          <p:nvPr/>
        </p:nvSpPr>
        <p:spPr>
          <a:xfrm>
            <a:off x="4086200" y="3450776"/>
            <a:ext cx="100811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</a:p>
        </p:txBody>
      </p:sp>
      <p:sp>
        <p:nvSpPr>
          <p:cNvPr id="12" name="Oval 11"/>
          <p:cNvSpPr/>
          <p:nvPr/>
        </p:nvSpPr>
        <p:spPr>
          <a:xfrm>
            <a:off x="3105605" y="4115555"/>
            <a:ext cx="100811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</a:p>
        </p:txBody>
      </p:sp>
      <p:sp>
        <p:nvSpPr>
          <p:cNvPr id="13" name="Oval 12"/>
          <p:cNvSpPr/>
          <p:nvPr/>
        </p:nvSpPr>
        <p:spPr>
          <a:xfrm>
            <a:off x="4427984" y="5301208"/>
            <a:ext cx="1008112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6977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486179"/>
            <a:ext cx="6904488" cy="74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64096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Schöning’s</a:t>
            </a:r>
            <a:r>
              <a:rPr lang="en-US" dirty="0"/>
              <a:t> algorithm for k-CNF-SAT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867237"/>
            <a:ext cx="8892480" cy="198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07504" y="2852936"/>
            <a:ext cx="892899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returns true it is correct since so is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Tiger Expert" panose="02070300020205020404" pitchFamily="18" charset="0"/>
                <a:ea typeface="+mn-ea"/>
                <a:cs typeface="+mn-cs"/>
              </a:rPr>
              <a:t>localSearch</a:t>
            </a: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Tiger Expert" panose="02070300020205020404" pitchFamily="18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sol y exists,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true is returned in one iteration is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686534"/>
            <a:ext cx="4104456" cy="78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622654" y="3717032"/>
                <a:ext cx="4845890" cy="1059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, so in total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≥1−</m:t>
                    </m:r>
                    <m:f>
                      <m:fPr>
                        <m:ctrlPr>
                          <a:rPr kumimoji="0" lang="en-US" sz="2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𝑒</m:t>
                        </m:r>
                      </m:den>
                    </m:f>
                  </m:oMath>
                </a14:m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654" y="3717032"/>
                <a:ext cx="4845890" cy="1059585"/>
              </a:xfrm>
              <a:prstGeom prst="rect">
                <a:avLst/>
              </a:prstGeom>
              <a:blipFill>
                <a:blip r:embed="rId5"/>
                <a:stretch>
                  <a:fillRect l="-226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79512" y="5116893"/>
            <a:ext cx="99584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 the running time boils down to: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564712"/>
            <a:ext cx="7911406" cy="88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680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Feedback Vertex Set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96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600" dirty="0"/>
                  <a:t>A FVS is a subset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sz="2600" dirty="0"/>
                  <a:t> such that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𝐺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/>
                          </a:rPr>
                          <m:t>𝑉</m:t>
                        </m:r>
                        <m:r>
                          <a:rPr lang="en-US" sz="2600" b="0" i="1" smtClean="0">
                            <a:latin typeface="Cambria Math"/>
                          </a:rPr>
                          <m:t>∖</m:t>
                        </m:r>
                        <m:r>
                          <a:rPr lang="en-US" sz="2600" b="0" i="1" smtClean="0">
                            <a:latin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600" dirty="0"/>
                  <a:t> if a forest. </a:t>
                </a:r>
              </a:p>
              <a:p>
                <a:r>
                  <a:rPr lang="en-US" sz="2600" dirty="0"/>
                  <a:t>In other words, every cycle contains a vertex from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𝑋</m:t>
                    </m:r>
                  </m:oMath>
                </a14:m>
                <a:endParaRPr lang="en-US" sz="2600" dirty="0"/>
              </a:p>
              <a:p>
                <a:r>
                  <a:rPr lang="en-US" sz="2600" dirty="0"/>
                  <a:t>This definition directly generalizes to multigraphs</a:t>
                </a:r>
              </a:p>
              <a:p>
                <a:r>
                  <a:rPr lang="en-US" sz="2600" dirty="0"/>
                  <a:t>Two parallel edges or single loop form a cycle</a:t>
                </a:r>
              </a:p>
              <a:p>
                <a:r>
                  <a:rPr lang="en-US" sz="2600" dirty="0"/>
                  <a:t>Degree also defined in multigraphs</a:t>
                </a:r>
              </a:p>
              <a:p>
                <a:pPr lvl="1"/>
                <a:r>
                  <a:rPr lang="en-US" sz="2200" dirty="0"/>
                  <a:t>In degrees parallel edges contribute separately</a:t>
                </a:r>
              </a:p>
              <a:p>
                <a:pPr lvl="1"/>
                <a:r>
                  <a:rPr lang="en-US" sz="2200" dirty="0"/>
                  <a:t>Loop contributes two to degree</a:t>
                </a:r>
              </a:p>
              <a:p>
                <a:r>
                  <a:rPr lang="en-US" sz="2600" dirty="0"/>
                  <a:t>Before we get to the algorithm, we start with a useful lemma on graphs with minimum degree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3</m:t>
                    </m:r>
                  </m:oMath>
                </a14:m>
                <a:endParaRPr lang="en-US" sz="2600" dirty="0"/>
              </a:p>
              <a:p>
                <a:r>
                  <a:rPr lang="en-US" sz="2600" dirty="0"/>
                  <a:t>Will later be combined with familiar reduction rules to ensure the graph has minimum degree 3</a:t>
                </a:r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 t="-2156" r="-2222" b="-2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60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useful lemma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24744"/>
                <a:ext cx="8820472" cy="5589240"/>
              </a:xfrm>
            </p:spPr>
            <p:txBody>
              <a:bodyPr>
                <a:normAutofit/>
              </a:bodyPr>
              <a:lstStyle/>
              <a:p>
                <a:r>
                  <a:rPr lang="en-US" sz="2600" b="1" dirty="0"/>
                  <a:t>Lem: </a:t>
                </a:r>
                <a:r>
                  <a:rPr lang="en-US" sz="2600" dirty="0"/>
                  <a:t>Let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𝐺</m:t>
                    </m:r>
                    <m:r>
                      <a:rPr lang="en-US" sz="2600" b="0" i="1" smtClean="0">
                        <a:latin typeface="Cambria Math"/>
                      </a:rPr>
                      <m:t>=(</m:t>
                    </m:r>
                    <m:r>
                      <a:rPr lang="en-US" sz="2600" b="0" i="1" smtClean="0">
                        <a:latin typeface="Cambria Math"/>
                      </a:rPr>
                      <m:t>𝑉</m:t>
                    </m:r>
                    <m:r>
                      <a:rPr lang="en-US" sz="2600" b="0" i="1" smtClean="0">
                        <a:latin typeface="Cambria Math"/>
                      </a:rPr>
                      <m:t>,</m:t>
                    </m:r>
                    <m:r>
                      <a:rPr lang="en-US" sz="2600" b="0" i="1" smtClean="0">
                        <a:latin typeface="Cambria Math"/>
                      </a:rPr>
                      <m:t>𝐸</m:t>
                    </m:r>
                    <m:r>
                      <a:rPr lang="en-US" sz="2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600" dirty="0"/>
                  <a:t> be a multigraph of min. degree at least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3</m:t>
                    </m:r>
                  </m:oMath>
                </a14:m>
                <a:r>
                  <a:rPr lang="en-US" sz="2600" dirty="0"/>
                  <a:t>, and let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sz="2600" dirty="0"/>
                  <a:t> be a FVS of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600" dirty="0"/>
                  <a:t>. Then for at least half of the edges of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sz="2600" dirty="0"/>
                  <a:t> contains one of its endpoints.</a:t>
                </a:r>
              </a:p>
              <a:p>
                <a:r>
                  <a:rPr lang="en-US" sz="2600" b="1" dirty="0"/>
                  <a:t>Proof:</a:t>
                </a:r>
              </a:p>
              <a:p>
                <a:pPr lvl="1"/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𝐹</m:t>
                    </m:r>
                    <m:r>
                      <a:rPr lang="en-US" sz="2200" b="0" i="1" smtClean="0">
                        <a:latin typeface="Cambria Math"/>
                      </a:rPr>
                      <m:t>=</m:t>
                    </m:r>
                    <m:r>
                      <a:rPr lang="en-US" sz="2200" b="0" i="1" smtClean="0">
                        <a:latin typeface="Cambria Math"/>
                      </a:rPr>
                      <m:t>𝑉</m:t>
                    </m:r>
                    <m:r>
                      <a:rPr lang="en-US" sz="2200" b="0" i="1" smtClean="0">
                        <a:latin typeface="Cambria Math"/>
                      </a:rPr>
                      <m:t>∖</m:t>
                    </m:r>
                    <m:r>
                      <a:rPr lang="en-US" sz="2200" b="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sz="2200" b="0" dirty="0"/>
                  <a:t>;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𝐼</m:t>
                    </m:r>
                    <m:r>
                      <a:rPr lang="en-US" sz="2200" b="0" i="1" smtClean="0">
                        <a:latin typeface="Cambria Math"/>
                      </a:rPr>
                      <m:t>={{</m:t>
                    </m:r>
                    <m:r>
                      <a:rPr lang="en-US" sz="2200" b="0" i="1" smtClean="0">
                        <a:latin typeface="Cambria Math"/>
                      </a:rPr>
                      <m:t>𝑢</m:t>
                    </m:r>
                    <m:r>
                      <a:rPr lang="en-US" sz="2200" b="0" i="1" smtClean="0">
                        <a:latin typeface="Cambria Math"/>
                      </a:rPr>
                      <m:t>,</m:t>
                    </m:r>
                    <m:r>
                      <a:rPr lang="en-US" sz="2200" b="0" i="1" smtClean="0">
                        <a:latin typeface="Cambria Math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200" b="0" i="1" smtClean="0">
                        <a:latin typeface="Cambria Math"/>
                      </a:rPr>
                      <m:t>∈</m:t>
                    </m:r>
                    <m:r>
                      <a:rPr lang="en-US" sz="2200" b="0" i="1" smtClean="0">
                        <a:latin typeface="Cambria Math"/>
                      </a:rPr>
                      <m:t>𝐸</m:t>
                    </m:r>
                    <m:r>
                      <a:rPr lang="en-US" sz="2200" b="0" i="1" smtClean="0">
                        <a:latin typeface="Cambria Math"/>
                      </a:rPr>
                      <m:t>:</m:t>
                    </m:r>
                    <m:r>
                      <a:rPr lang="en-US" sz="2200" b="0" i="1" smtClean="0">
                        <a:latin typeface="Cambria Math"/>
                      </a:rPr>
                      <m:t>𝑢</m:t>
                    </m:r>
                    <m:r>
                      <a:rPr lang="en-US" sz="2200" b="0" i="1" smtClean="0">
                        <a:latin typeface="Cambria Math"/>
                      </a:rPr>
                      <m:t>∈</m:t>
                    </m:r>
                    <m:r>
                      <a:rPr lang="en-US" sz="2200" b="0" i="1" smtClean="0">
                        <a:latin typeface="Cambria Math"/>
                      </a:rPr>
                      <m:t>𝑋</m:t>
                    </m:r>
                    <m:r>
                      <a:rPr lang="en-US" sz="2200" b="0" i="1" smtClean="0">
                        <a:latin typeface="Cambria Math"/>
                      </a:rPr>
                      <m:t>∨</m:t>
                    </m:r>
                    <m:r>
                      <a:rPr lang="en-US" sz="2200" b="0" i="1" smtClean="0">
                        <a:latin typeface="Cambria Math"/>
                      </a:rPr>
                      <m:t>𝑣</m:t>
                    </m:r>
                    <m:r>
                      <a:rPr lang="en-US" sz="2200" b="0" i="1" smtClean="0">
                        <a:latin typeface="Cambria Math"/>
                      </a:rPr>
                      <m:t>∈</m:t>
                    </m:r>
                    <m:r>
                      <a:rPr lang="en-US" sz="2200" b="0" i="1" smtClean="0">
                        <a:latin typeface="Cambria Math"/>
                      </a:rPr>
                      <m:t>𝑋</m:t>
                    </m:r>
                    <m:r>
                      <a:rPr lang="en-US" sz="2200" b="0" i="1" smtClean="0">
                        <a:latin typeface="Cambria Math"/>
                      </a:rPr>
                      <m:t> }</m:t>
                    </m:r>
                  </m:oMath>
                </a14:m>
                <a:r>
                  <a:rPr lang="en-US" sz="2200" b="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b="0" dirty="0"/>
                  <a:t> edges of F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𝐼</m:t>
                    </m:r>
                    <m:r>
                      <a:rPr lang="en-US" sz="22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200" b="0" dirty="0"/>
                  <a:t> partition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sz="2200" b="0" dirty="0"/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200" b="0" i="1" smtClean="0">
                        <a:latin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/>
                              </a:rPr>
                              <m:t>𝐹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/>
                          </a:rPr>
                          <m:t>𝐸</m:t>
                        </m:r>
                      </m:e>
                    </m:d>
                  </m:oMath>
                </a14:m>
                <a:endParaRPr lang="en-US" sz="2200" b="0" dirty="0"/>
              </a:p>
              <a:p>
                <a:pPr lvl="1"/>
                <a:r>
                  <a:rPr lang="en-US" sz="2200" b="0" dirty="0"/>
                  <a:t>Sufficient </a:t>
                </a:r>
                <a:r>
                  <a:rPr lang="en-US" sz="2200" dirty="0"/>
                  <a:t>t</a:t>
                </a:r>
                <a:r>
                  <a:rPr lang="en-US" sz="2200" b="0" dirty="0"/>
                  <a:t>o show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en-US" sz="2200" b="0" i="1" smtClean="0">
                        <a:latin typeface="Cambria Math"/>
                      </a:rPr>
                      <m:t>≥|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sz="2200" b="0" i="1" smtClean="0">
                        <a:latin typeface="Cambria Math"/>
                      </a:rPr>
                      <m:t>|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Since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𝐹</m:t>
                    </m:r>
                  </m:oMath>
                </a14:m>
                <a:r>
                  <a:rPr lang="en-US" sz="2200" dirty="0"/>
                  <a:t>, is a forest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sz="2200" b="0" i="1" smtClean="0">
                        <a:latin typeface="Cambria Math"/>
                      </a:rPr>
                      <m:t>|≤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/>
                          </a:rPr>
                          <m:t>𝐹</m:t>
                        </m:r>
                      </m:e>
                    </m:d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≤1</m:t>
                        </m:r>
                      </m:sub>
                    </m:sSub>
                    <m:r>
                      <a:rPr lang="en-US" sz="22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≥3</m:t>
                        </m:r>
                      </m:sub>
                    </m:sSub>
                  </m:oMath>
                </a14:m>
                <a:r>
                  <a:rPr lang="en-US" sz="2200" dirty="0"/>
                  <a:t> be vertices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𝐹</m:t>
                    </m:r>
                  </m:oMath>
                </a14:m>
                <a:br>
                  <a:rPr lang="en-US" sz="2200" b="0" dirty="0"/>
                </a:br>
                <a:r>
                  <a:rPr lang="en-US" sz="2200" dirty="0"/>
                  <a:t>with resp.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≤1, 2,≥3</m:t>
                    </m:r>
                  </m:oMath>
                </a14:m>
                <a:r>
                  <a:rPr lang="en-US" sz="2200" dirty="0"/>
                  <a:t> neighbors in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2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/>
                              </a:rPr>
                              <m:t>≥3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/>
                              </a:rPr>
                              <m:t>≤1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/>
                      </a:rPr>
                      <m:t>:</m:t>
                    </m:r>
                  </m:oMath>
                </a14:m>
                <a:endParaRPr lang="en-US" sz="2200" b="0" dirty="0"/>
              </a:p>
              <a:p>
                <a:pPr lvl="2"/>
                <a:r>
                  <a:rPr lang="en-US" sz="1800" b="0" dirty="0"/>
                  <a:t>Prove by induction by rooting trees and replacing subtrees rooted</a:t>
                </a:r>
                <a:br>
                  <a:rPr lang="en-US" sz="1800" b="0" dirty="0"/>
                </a:br>
                <a:r>
                  <a:rPr lang="en-US" sz="1800" b="0" dirty="0"/>
                  <a:t>at </a:t>
                </a:r>
                <a:r>
                  <a:rPr lang="en-US" sz="1800" b="0" dirty="0" err="1"/>
                  <a:t>deg</a:t>
                </a:r>
                <a:r>
                  <a:rPr lang="en-US" sz="1800" b="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≥3</m:t>
                    </m:r>
                  </m:oMath>
                </a14:m>
                <a:r>
                  <a:rPr lang="en-US" sz="1800" dirty="0"/>
                  <a:t> vertex with no deg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≥3</m:t>
                    </m:r>
                  </m:oMath>
                </a14:m>
                <a:r>
                  <a:rPr lang="en-US" sz="1800" dirty="0"/>
                  <a:t> below with a leaf until no deg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≥3</m:t>
                    </m:r>
                  </m:oMath>
                </a14:m>
                <a:r>
                  <a:rPr lang="en-US" sz="1800" b="0" dirty="0"/>
                  <a:t> left.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/>
                          </a:rPr>
                          <m:t>I</m:t>
                        </m:r>
                      </m:e>
                    </m:d>
                    <m:r>
                      <a:rPr lang="en-US" sz="2200" b="0" i="1" smtClean="0">
                        <a:latin typeface="Cambria Math"/>
                      </a:rPr>
                      <m:t>≥2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/>
                              </a:rPr>
                              <m:t>≤1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/>
                              </a:rPr>
                              <m:t>≤1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/>
                              </a:rPr>
                              <m:t>≥3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/>
                      </a:rPr>
                      <m:t>≥|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2200" b="0" i="1" smtClean="0">
                            <a:latin typeface="Cambria Math"/>
                          </a:rPr>
                          <m:t>𝐹</m:t>
                        </m:r>
                      </m:sub>
                    </m:sSub>
                    <m:r>
                      <a:rPr lang="en-US" sz="2200" b="0" i="1" smtClean="0">
                        <a:latin typeface="Cambria Math"/>
                      </a:rPr>
                      <m:t>|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24744"/>
                <a:ext cx="8820472" cy="5589240"/>
              </a:xfrm>
              <a:blipFill>
                <a:blip r:embed="rId2"/>
                <a:stretch>
                  <a:fillRect l="-1106" t="-1092" r="-968" b="-76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436096" y="3501008"/>
            <a:ext cx="3600400" cy="2043783"/>
            <a:chOff x="814941" y="4481115"/>
            <a:chExt cx="2326807" cy="1317705"/>
          </a:xfrm>
        </p:grpSpPr>
        <p:sp>
          <p:nvSpPr>
            <p:cNvPr id="6" name="Rectangle 5"/>
            <p:cNvSpPr/>
            <p:nvPr/>
          </p:nvSpPr>
          <p:spPr>
            <a:xfrm>
              <a:off x="814941" y="4503420"/>
              <a:ext cx="2326807" cy="1295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36619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911544" y="4579620"/>
              <a:ext cx="1066800" cy="1143000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36619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X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 flipH="1">
              <a:off x="2514600" y="5151120"/>
              <a:ext cx="228600" cy="3429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2743200" y="5151120"/>
              <a:ext cx="152400" cy="266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2743200" y="4884420"/>
              <a:ext cx="152400" cy="266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895600" y="4884420"/>
              <a:ext cx="152400" cy="2667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2095500" y="4808220"/>
              <a:ext cx="190500" cy="2286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286000" y="4808220"/>
              <a:ext cx="228600" cy="304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264473" y="4481115"/>
                  <a:ext cx="624892" cy="23812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8181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forest </a:t>
                  </a:r>
                  <a14:m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81818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</m:oMath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4473" y="4481115"/>
                  <a:ext cx="624892" cy="23812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5696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5751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5496" y="4077072"/>
                <a:ext cx="8764390" cy="3137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All reductions rules are correct (similarly as before)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So if the algorithm returns true it always is correct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By induction on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: if a FVS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of size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exists, the algorithm outputs true with probability at least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4</m:t>
                        </m:r>
                      </m:e>
                      <m:sup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𝑘</m:t>
                        </m:r>
                      </m:sup>
                    </m:sSup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Trivial for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𝑘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=0</m:t>
                    </m:r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For </a:t>
                </a:r>
                <a14:m>
                  <m:oMath xmlns:m="http://schemas.openxmlformats.org/officeDocument/2006/math"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𝑘</m:t>
                    </m:r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&gt;0</m:t>
                    </m:r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0" lang="en-US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0" lang="en-US" sz="22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Pr</m:t>
                            </m:r>
                          </m:e>
                          <m:lim>
                            <m:r>
                              <a:rPr kumimoji="0" lang="en-US" sz="2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𝑣</m:t>
                            </m:r>
                          </m:lim>
                        </m:limLow>
                      </m:fName>
                      <m:e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[</m:t>
                        </m:r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𝑣</m:t>
                        </m:r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X</m:t>
                        </m:r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]</m:t>
                        </m:r>
                      </m:e>
                    </m:func>
                    <m:r>
                      <a:rPr kumimoji="0" lang="en-US" sz="2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≥</m:t>
                    </m:r>
                    <m:f>
                      <m:fPr>
                        <m:ctrlP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4</m:t>
                        </m:r>
                      </m:den>
                    </m:f>
                  </m:oMath>
                </a14:m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and conditioned on this event,</a:t>
                </a:r>
                <a:b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</a:br>
                <a:r>
                  <a:rPr kumimoji="0" 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the IH states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0" lang="en-US" sz="2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2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Pr</m:t>
                            </m:r>
                          </m:e>
                          <m:sub>
                            <m:r>
                              <a:rPr kumimoji="0" lang="en-US" sz="2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𝑣</m:t>
                            </m:r>
                          </m:sub>
                        </m:sSub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0" lang="en-US" sz="2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en-US" sz="22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FVSpoly</m:t>
                            </m:r>
                            <m:d>
                              <m:dPr>
                                <m:ctrlPr>
                                  <a:rPr kumimoji="0" lang="en-US" sz="2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2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𝐺</m:t>
                                </m:r>
                                <m:r>
                                  <a:rPr kumimoji="0" lang="en-US" sz="2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∖</m:t>
                                </m:r>
                                <m:r>
                                  <a:rPr kumimoji="0" lang="en-US" sz="2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𝑣</m:t>
                                </m:r>
                                <m:r>
                                  <a:rPr kumimoji="0" lang="en-US" sz="2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en-US" sz="2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  <m:r>
                                  <a:rPr kumimoji="0" lang="en-US" sz="2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−1</m:t>
                                </m:r>
                              </m:e>
                            </m:d>
                            <m:r>
                              <a:rPr kumimoji="0" lang="en-US" sz="2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=</m:t>
                            </m:r>
                            <m:r>
                              <a:rPr kumimoji="0" lang="en-US" sz="22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𝑡𝑟𝑢𝑒</m:t>
                            </m:r>
                          </m:e>
                        </m:d>
                      </m:e>
                    </m:func>
                    <m:r>
                      <a:rPr kumimoji="0" lang="en-US" sz="2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≥</m:t>
                    </m:r>
                    <m:sSup>
                      <m:sSupPr>
                        <m:ctrlP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1/</m:t>
                        </m:r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4</m:t>
                        </m:r>
                      </m:e>
                      <m:sup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𝑘</m:t>
                        </m:r>
                        <m:r>
                          <a:rPr kumimoji="0" lang="en-US" sz="2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−1</m:t>
                        </m:r>
                      </m:sup>
                    </m:sSup>
                  </m:oMath>
                </a14:m>
                <a:endParaRPr kumimoji="0" 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4077072"/>
                <a:ext cx="8764390" cy="3137462"/>
              </a:xfrm>
              <a:prstGeom prst="rect">
                <a:avLst/>
              </a:prstGeom>
              <a:blipFill>
                <a:blip r:embed="rId2"/>
                <a:stretch>
                  <a:fillRect l="-974" t="-136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4" y="188545"/>
            <a:ext cx="9066876" cy="3888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6256" y="6453336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66329A-B417-4EE2-B6CD-707B1DF62599}"/>
              </a:ext>
            </a:extLst>
          </p:cNvPr>
          <p:cNvSpPr/>
          <p:nvPr/>
        </p:nvSpPr>
        <p:spPr>
          <a:xfrm>
            <a:off x="1403648" y="2636912"/>
            <a:ext cx="180020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1F21C2-DA40-4243-A89E-BEC2461FDD48}"/>
              </a:ext>
            </a:extLst>
          </p:cNvPr>
          <p:cNvSpPr/>
          <p:nvPr/>
        </p:nvSpPr>
        <p:spPr>
          <a:xfrm>
            <a:off x="4067944" y="1834015"/>
            <a:ext cx="180020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264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96" y="4025117"/>
            <a:ext cx="87643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 the algorithm does what it promises and we can simply boost the probability of finding an FVS if it exists: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8181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4" y="188545"/>
            <a:ext cx="9066876" cy="3888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6256" y="6453336"/>
            <a:ext cx="21336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4F1F55-D83B-450D-A321-0FE1CED69176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srgbClr val="181818">
                    <a:tint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srgbClr val="181818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07" y="4869160"/>
            <a:ext cx="884555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5496" y="6021288"/>
                <a:ext cx="9433048" cy="6522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If FVS of size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≤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8181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exists,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𝐹𝑉𝑆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2</m:t>
                            </m:r>
                            <m:d>
                              <m:d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𝐺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e>
                            </m:d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=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𝑓𝑎𝑙𝑠𝑒</m:t>
                            </m:r>
                          </m:e>
                        </m:d>
                      </m:e>
                    </m:func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81818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≤</m:t>
                    </m:r>
                    <m:sSup>
                      <m:sSup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181818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81818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4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81818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  <a:cs typeface="+mn-cs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8181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6021288"/>
                <a:ext cx="9433048" cy="652294"/>
              </a:xfrm>
              <a:prstGeom prst="rect">
                <a:avLst/>
              </a:prstGeom>
              <a:blipFill rotWithShape="1">
                <a:blip r:embed="rId4"/>
                <a:stretch>
                  <a:fillRect l="-905" b="-16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ular Callout 4"/>
              <p:cNvSpPr/>
              <p:nvPr/>
            </p:nvSpPr>
            <p:spPr>
              <a:xfrm>
                <a:off x="7236296" y="5486129"/>
                <a:ext cx="1203550" cy="635000"/>
              </a:xfrm>
              <a:prstGeom prst="wedgeRoundRectCallo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≤1/</m:t>
                      </m:r>
                      <m:r>
                        <a:rPr kumimoji="0" lang="en-US" sz="2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𝑒</m:t>
                      </m:r>
                    </m:oMath>
                  </m:oMathPara>
                </a14:m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Rounded Rectangular Callou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5486129"/>
                <a:ext cx="1203550" cy="635000"/>
              </a:xfrm>
              <a:prstGeom prst="wedgeRoundRectCallou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88F32A9-D6C8-4E5D-83F8-A4FAC4B25F32}"/>
              </a:ext>
            </a:extLst>
          </p:cNvPr>
          <p:cNvSpPr/>
          <p:nvPr/>
        </p:nvSpPr>
        <p:spPr>
          <a:xfrm>
            <a:off x="1403648" y="2636912"/>
            <a:ext cx="180020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B5700-0348-43D0-B436-77A57DB2FDEE}"/>
              </a:ext>
            </a:extLst>
          </p:cNvPr>
          <p:cNvSpPr/>
          <p:nvPr/>
        </p:nvSpPr>
        <p:spPr>
          <a:xfrm>
            <a:off x="4067944" y="1834015"/>
            <a:ext cx="180020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004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VRJ@CJFKMONFUVWZY5H8" val="5442"/>
  <p:tag name="FIRSTVRJ@PODEOJOFUVW0Y5J4" val="5568"/>
</p:tagLst>
</file>

<file path=ppt/theme/theme1.xml><?xml version="1.0" encoding="utf-8"?>
<a:theme xmlns:a="http://schemas.openxmlformats.org/drawingml/2006/main" name="1_Office Theme">
  <a:themeElements>
    <a:clrScheme name="Disseration">
      <a:dk1>
        <a:srgbClr val="181818"/>
      </a:dk1>
      <a:lt1>
        <a:srgbClr val="FFFFFF"/>
      </a:lt1>
      <a:dk2>
        <a:srgbClr val="1F497D"/>
      </a:dk2>
      <a:lt2>
        <a:srgbClr val="EEECE1"/>
      </a:lt2>
      <a:accent1>
        <a:srgbClr val="F36619"/>
      </a:accent1>
      <a:accent2>
        <a:srgbClr val="4F81B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formationENG">
  <a:themeElements>
    <a:clrScheme name="">
      <a:dk1>
        <a:srgbClr val="000000"/>
      </a:dk1>
      <a:lt1>
        <a:srgbClr val="FFFFFF"/>
      </a:lt1>
      <a:dk2>
        <a:srgbClr val="000000"/>
      </a:dk2>
      <a:lt2>
        <a:srgbClr val="89014C"/>
      </a:lt2>
      <a:accent1>
        <a:srgbClr val="008AA3"/>
      </a:accent1>
      <a:accent2>
        <a:srgbClr val="008C6B"/>
      </a:accent2>
      <a:accent3>
        <a:srgbClr val="FFFFFF"/>
      </a:accent3>
      <a:accent4>
        <a:srgbClr val="000000"/>
      </a:accent4>
      <a:accent5>
        <a:srgbClr val="AAC4CE"/>
      </a:accent5>
      <a:accent6>
        <a:srgbClr val="007E60"/>
      </a:accent6>
      <a:hlink>
        <a:srgbClr val="AA1328"/>
      </a:hlink>
      <a:folHlink>
        <a:srgbClr val="7F7F7F"/>
      </a:folHlink>
    </a:clrScheme>
    <a:fontScheme name="InformationENG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InformationE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formationE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formationE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EC1173872F424D80D5426A72047DCB" ma:contentTypeVersion="2" ma:contentTypeDescription="Create a new document." ma:contentTypeScope="" ma:versionID="8dff5eaf3d2f3208fb2613f0636e3d7e">
  <xsd:schema xmlns:xsd="http://www.w3.org/2001/XMLSchema" xmlns:xs="http://www.w3.org/2001/XMLSchema" xmlns:p="http://schemas.microsoft.com/office/2006/metadata/properties" xmlns:ns2="80524607-bca4-4a51-8232-429eea0bb910" targetNamespace="http://schemas.microsoft.com/office/2006/metadata/properties" ma:root="true" ma:fieldsID="da020025cc54a1891de8ea558ba25e57" ns2:_="">
    <xsd:import namespace="80524607-bca4-4a51-8232-429eea0bb91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24607-bca4-4a51-8232-429eea0bb91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9840B8-74B5-4960-9BCB-6368863221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8E7758-88BC-4586-A3F0-87854D8283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524607-bca4-4a51-8232-429eea0bb9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3EE032-4095-4931-B7E0-BF91DA3E2FA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introduction-2014</Template>
  <TotalTime>0</TotalTime>
  <Words>1298</Words>
  <Application>Microsoft Office PowerPoint</Application>
  <PresentationFormat>On-screen Show (4:3)</PresentationFormat>
  <Paragraphs>156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Cambria Math</vt:lpstr>
      <vt:lpstr>Tiger Expert</vt:lpstr>
      <vt:lpstr>Times New Roman</vt:lpstr>
      <vt:lpstr>Verdana</vt:lpstr>
      <vt:lpstr>Webdings</vt:lpstr>
      <vt:lpstr>1_Office Theme</vt:lpstr>
      <vt:lpstr>InformationENG</vt:lpstr>
      <vt:lpstr>Randomized Algorithms</vt:lpstr>
      <vt:lpstr>Outline</vt:lpstr>
      <vt:lpstr>Stirling’s approximation</vt:lpstr>
      <vt:lpstr>Derivation Stirling’s approximation (not examined)</vt:lpstr>
      <vt:lpstr>One-sided constant error probability</vt:lpstr>
      <vt:lpstr>Color Coding 1</vt:lpstr>
      <vt:lpstr>Color Coding 1</vt:lpstr>
      <vt:lpstr>Color Coding 2</vt:lpstr>
      <vt:lpstr>Color Coding 2</vt:lpstr>
      <vt:lpstr>Color Coding 2</vt:lpstr>
      <vt:lpstr>Schöning’s algorithm for k-CNF-SAT</vt:lpstr>
      <vt:lpstr>Searching the Hamming-ball</vt:lpstr>
      <vt:lpstr>Schöning’s algorithm for k-CNF-SAT</vt:lpstr>
      <vt:lpstr>Schöning’s algorithm for k-CNF-SAT</vt:lpstr>
      <vt:lpstr>Feedback Vertex Set in O^∗ (4^k)</vt:lpstr>
      <vt:lpstr>A useful lemma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and Networks: Stable Marriage problem</dc:title>
  <dc:creator>Hans Bodlaender</dc:creator>
  <cp:lastModifiedBy>Nederlof, Jesper</cp:lastModifiedBy>
  <cp:revision>445</cp:revision>
  <dcterms:created xsi:type="dcterms:W3CDTF">2005-02-28T15:27:15Z</dcterms:created>
  <dcterms:modified xsi:type="dcterms:W3CDTF">2025-03-20T15:32:19Z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0x0101006BEC1173872F424D80D5426A72047DCB</vt:lpwstr>
  </property>
</Properties>
</file>